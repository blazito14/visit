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C7D9E7-1F9A-47D6-9E70-BE4D21660529}" v="39" dt="2026-03-24T21:29:45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1" autoAdjust="0"/>
    <p:restoredTop sz="86077" autoAdjust="0"/>
  </p:normalViewPr>
  <p:slideViewPr>
    <p:cSldViewPr snapToGrid="0" snapToObjects="1">
      <p:cViewPr varScale="1">
        <p:scale>
          <a:sx n="60" d="100"/>
          <a:sy n="60" d="100"/>
        </p:scale>
        <p:origin x="78" y="8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k Blazejewski" userId="85245ad4c9276ffd" providerId="LiveId" clId="{D10CFC3C-F06B-4B87-93A5-1A00CB191D65}"/>
    <pc:docChg chg="undo custSel addSld delSld modSld sldOrd">
      <pc:chgData name="Zack Blazejewski" userId="85245ad4c9276ffd" providerId="LiveId" clId="{D10CFC3C-F06B-4B87-93A5-1A00CB191D65}" dt="2026-03-13T16:01:27.991" v="8580"/>
      <pc:docMkLst>
        <pc:docMk/>
      </pc:docMkLst>
      <pc:sldChg chg="modNotesTx">
        <pc:chgData name="Zack Blazejewski" userId="85245ad4c9276ffd" providerId="LiveId" clId="{D10CFC3C-F06B-4B87-93A5-1A00CB191D65}" dt="2026-03-13T13:45:07.713" v="532" actId="20577"/>
        <pc:sldMkLst>
          <pc:docMk/>
          <pc:sldMk cId="3884583951" sldId="256"/>
        </pc:sldMkLst>
      </pc:sldChg>
    </pc:docChg>
  </pc:docChgLst>
  <pc:docChgLst>
    <pc:chgData name="Zack Blazejewski" userId="85245ad4c9276ffd" providerId="LiveId" clId="{DD8C9C83-5B20-41FD-BE75-A00D68454C9E}"/>
    <pc:docChg chg="undo custSel addSld delSld modSld modMainMaster">
      <pc:chgData name="Zack Blazejewski" userId="85245ad4c9276ffd" providerId="LiveId" clId="{DD8C9C83-5B20-41FD-BE75-A00D68454C9E}" dt="2026-03-24T21:30:18.221" v="6035" actId="1076"/>
      <pc:docMkLst>
        <pc:docMk/>
      </pc:docMkLst>
      <pc:sldChg chg="delSp modSp mod modTransition modNotesTx">
        <pc:chgData name="Zack Blazejewski" userId="85245ad4c9276ffd" providerId="LiveId" clId="{DD8C9C83-5B20-41FD-BE75-A00D68454C9E}" dt="2026-03-24T21:26:17.397" v="5825" actId="20577"/>
        <pc:sldMkLst>
          <pc:docMk/>
          <pc:sldMk cId="3884583951" sldId="256"/>
        </pc:sldMkLst>
        <pc:spChg chg="mod">
          <ac:chgData name="Zack Blazejewski" userId="85245ad4c9276ffd" providerId="LiveId" clId="{DD8C9C83-5B20-41FD-BE75-A00D68454C9E}" dt="2026-03-24T20:38:51.794" v="3835" actId="20577"/>
          <ac:spMkLst>
            <pc:docMk/>
            <pc:sldMk cId="3884583951" sldId="256"/>
            <ac:spMk id="2" creationId="{20478C55-B579-6EED-F63F-6A60D1DA01F1}"/>
          </ac:spMkLst>
        </pc:spChg>
        <pc:spChg chg="mod">
          <ac:chgData name="Zack Blazejewski" userId="85245ad4c9276ffd" providerId="LiveId" clId="{DD8C9C83-5B20-41FD-BE75-A00D68454C9E}" dt="2026-03-24T20:38:44.328" v="3812" actId="1076"/>
          <ac:spMkLst>
            <pc:docMk/>
            <pc:sldMk cId="3884583951" sldId="256"/>
            <ac:spMk id="3" creationId="{F3C92D3D-07DA-1C12-7E7F-7A3834C56B69}"/>
          </ac:spMkLst>
        </pc:spChg>
        <pc:grpChg chg="del">
          <ac:chgData name="Zack Blazejewski" userId="85245ad4c9276ffd" providerId="LiveId" clId="{DD8C9C83-5B20-41FD-BE75-A00D68454C9E}" dt="2026-03-24T20:38:41.069" v="3811" actId="478"/>
          <ac:grpSpMkLst>
            <pc:docMk/>
            <pc:sldMk cId="3884583951" sldId="256"/>
            <ac:grpSpMk id="9" creationId="{169D4C3A-54F6-568D-1FD2-E7C060C90EAE}"/>
          </ac:grpSpMkLst>
        </pc:grpChg>
      </pc:sldChg>
      <pc:sldChg chg="addSp modSp del mod modTransition">
        <pc:chgData name="Zack Blazejewski" userId="85245ad4c9276ffd" providerId="LiveId" clId="{DD8C9C83-5B20-41FD-BE75-A00D68454C9E}" dt="2026-03-24T20:38:54.663" v="3838" actId="47"/>
        <pc:sldMkLst>
          <pc:docMk/>
          <pc:sldMk cId="719040715" sldId="257"/>
        </pc:sldMkLst>
      </pc:sldChg>
      <pc:sldChg chg="modSp new del mod">
        <pc:chgData name="Zack Blazejewski" userId="85245ad4c9276ffd" providerId="LiveId" clId="{DD8C9C83-5B20-41FD-BE75-A00D68454C9E}" dt="2026-03-24T21:25:19.690" v="5824" actId="47"/>
        <pc:sldMkLst>
          <pc:docMk/>
          <pc:sldMk cId="1891409204" sldId="257"/>
        </pc:sldMkLst>
        <pc:spChg chg="mod">
          <ac:chgData name="Zack Blazejewski" userId="85245ad4c9276ffd" providerId="LiveId" clId="{DD8C9C83-5B20-41FD-BE75-A00D68454C9E}" dt="2026-03-24T20:39:11.553" v="3869" actId="20577"/>
          <ac:spMkLst>
            <pc:docMk/>
            <pc:sldMk cId="1891409204" sldId="257"/>
            <ac:spMk id="2" creationId="{97833A3E-9F45-C678-CCEE-BFD94DDE309F}"/>
          </ac:spMkLst>
        </pc:spChg>
      </pc:sldChg>
      <pc:sldChg chg="addSp modSp new mod">
        <pc:chgData name="Zack Blazejewski" userId="85245ad4c9276ffd" providerId="LiveId" clId="{DD8C9C83-5B20-41FD-BE75-A00D68454C9E}" dt="2026-03-24T20:58:57.211" v="5093" actId="208"/>
        <pc:sldMkLst>
          <pc:docMk/>
          <pc:sldMk cId="683627988" sldId="258"/>
        </pc:sldMkLst>
        <pc:spChg chg="mod">
          <ac:chgData name="Zack Blazejewski" userId="85245ad4c9276ffd" providerId="LiveId" clId="{DD8C9C83-5B20-41FD-BE75-A00D68454C9E}" dt="2026-03-24T20:40:07.239" v="3973" actId="20577"/>
          <ac:spMkLst>
            <pc:docMk/>
            <pc:sldMk cId="683627988" sldId="258"/>
            <ac:spMk id="2" creationId="{3845FC06-1DB1-012D-578F-7450EE18F6A6}"/>
          </ac:spMkLst>
        </pc:spChg>
        <pc:spChg chg="mod">
          <ac:chgData name="Zack Blazejewski" userId="85245ad4c9276ffd" providerId="LiveId" clId="{DD8C9C83-5B20-41FD-BE75-A00D68454C9E}" dt="2026-03-24T20:40:27.761" v="4101" actId="20577"/>
          <ac:spMkLst>
            <pc:docMk/>
            <pc:sldMk cId="683627988" sldId="258"/>
            <ac:spMk id="3" creationId="{F94BA732-6750-DD56-0DD7-14671075B674}"/>
          </ac:spMkLst>
        </pc:spChg>
        <pc:spChg chg="add mod">
          <ac:chgData name="Zack Blazejewski" userId="85245ad4c9276ffd" providerId="LiveId" clId="{DD8C9C83-5B20-41FD-BE75-A00D68454C9E}" dt="2026-03-24T20:58:57.211" v="5093" actId="208"/>
          <ac:spMkLst>
            <pc:docMk/>
            <pc:sldMk cId="683627988" sldId="258"/>
            <ac:spMk id="7" creationId="{8890F0E5-38EF-2537-45C7-318926C5AC13}"/>
          </ac:spMkLst>
        </pc:spChg>
        <pc:picChg chg="add mod">
          <ac:chgData name="Zack Blazejewski" userId="85245ad4c9276ffd" providerId="LiveId" clId="{DD8C9C83-5B20-41FD-BE75-A00D68454C9E}" dt="2026-03-24T20:58:38.930" v="5090" actId="14100"/>
          <ac:picMkLst>
            <pc:docMk/>
            <pc:sldMk cId="683627988" sldId="258"/>
            <ac:picMk id="6" creationId="{17AFBDEB-2BF6-1AC1-0D24-ACB67353A6C9}"/>
          </ac:picMkLst>
        </pc:picChg>
      </pc:sldChg>
      <pc:sldChg chg="addSp modSp add mod">
        <pc:chgData name="Zack Blazejewski" userId="85245ad4c9276ffd" providerId="LiveId" clId="{DD8C9C83-5B20-41FD-BE75-A00D68454C9E}" dt="2026-03-24T21:04:19.441" v="5238" actId="1076"/>
        <pc:sldMkLst>
          <pc:docMk/>
          <pc:sldMk cId="3136696676" sldId="259"/>
        </pc:sldMkLst>
        <pc:spChg chg="mod">
          <ac:chgData name="Zack Blazejewski" userId="85245ad4c9276ffd" providerId="LiveId" clId="{DD8C9C83-5B20-41FD-BE75-A00D68454C9E}" dt="2026-03-24T20:40:42.851" v="4152" actId="20577"/>
          <ac:spMkLst>
            <pc:docMk/>
            <pc:sldMk cId="3136696676" sldId="259"/>
            <ac:spMk id="2" creationId="{CE382935-ADE6-6BBE-5638-47DEB9258A9D}"/>
          </ac:spMkLst>
        </pc:spChg>
        <pc:spChg chg="mod">
          <ac:chgData name="Zack Blazejewski" userId="85245ad4c9276ffd" providerId="LiveId" clId="{DD8C9C83-5B20-41FD-BE75-A00D68454C9E}" dt="2026-03-24T21:01:17.231" v="5179" actId="14100"/>
          <ac:spMkLst>
            <pc:docMk/>
            <pc:sldMk cId="3136696676" sldId="259"/>
            <ac:spMk id="3" creationId="{E14FEB01-22FD-C6A2-DC25-A464DD14538C}"/>
          </ac:spMkLst>
        </pc:spChg>
        <pc:spChg chg="add mod">
          <ac:chgData name="Zack Blazejewski" userId="85245ad4c9276ffd" providerId="LiveId" clId="{DD8C9C83-5B20-41FD-BE75-A00D68454C9E}" dt="2026-03-24T21:01:35.674" v="5186" actId="14100"/>
          <ac:spMkLst>
            <pc:docMk/>
            <pc:sldMk cId="3136696676" sldId="259"/>
            <ac:spMk id="9" creationId="{613FAAD5-FD48-FBC4-FA09-61DA02157488}"/>
          </ac:spMkLst>
        </pc:spChg>
        <pc:spChg chg="add mod">
          <ac:chgData name="Zack Blazejewski" userId="85245ad4c9276ffd" providerId="LiveId" clId="{DD8C9C83-5B20-41FD-BE75-A00D68454C9E}" dt="2026-03-24T21:01:50.324" v="5192" actId="1076"/>
          <ac:spMkLst>
            <pc:docMk/>
            <pc:sldMk cId="3136696676" sldId="259"/>
            <ac:spMk id="10" creationId="{5D08EBBE-E1DD-2DF8-8818-DCC61CEC08C5}"/>
          </ac:spMkLst>
        </pc:spChg>
        <pc:spChg chg="add mod">
          <ac:chgData name="Zack Blazejewski" userId="85245ad4c9276ffd" providerId="LiveId" clId="{DD8C9C83-5B20-41FD-BE75-A00D68454C9E}" dt="2026-03-24T21:04:19.441" v="5238" actId="1076"/>
          <ac:spMkLst>
            <pc:docMk/>
            <pc:sldMk cId="3136696676" sldId="259"/>
            <ac:spMk id="11" creationId="{57E7C8F4-EB51-A84C-5918-82A5DF9BEEE4}"/>
          </ac:spMkLst>
        </pc:spChg>
        <pc:spChg chg="add mod">
          <ac:chgData name="Zack Blazejewski" userId="85245ad4c9276ffd" providerId="LiveId" clId="{DD8C9C83-5B20-41FD-BE75-A00D68454C9E}" dt="2026-03-24T21:01:50.324" v="5192" actId="1076"/>
          <ac:spMkLst>
            <pc:docMk/>
            <pc:sldMk cId="3136696676" sldId="259"/>
            <ac:spMk id="12" creationId="{76588A5D-6884-F905-CE8C-2B64F6820DD9}"/>
          </ac:spMkLst>
        </pc:spChg>
        <pc:spChg chg="add mod">
          <ac:chgData name="Zack Blazejewski" userId="85245ad4c9276ffd" providerId="LiveId" clId="{DD8C9C83-5B20-41FD-BE75-A00D68454C9E}" dt="2026-03-24T21:04:07.402" v="5200" actId="1076"/>
          <ac:spMkLst>
            <pc:docMk/>
            <pc:sldMk cId="3136696676" sldId="259"/>
            <ac:spMk id="15" creationId="{19226D1F-AC5B-0B7D-0180-8A26EFA64993}"/>
          </ac:spMkLst>
        </pc:spChg>
        <pc:spChg chg="add mod">
          <ac:chgData name="Zack Blazejewski" userId="85245ad4c9276ffd" providerId="LiveId" clId="{DD8C9C83-5B20-41FD-BE75-A00D68454C9E}" dt="2026-03-24T21:04:08.848" v="5201"/>
          <ac:spMkLst>
            <pc:docMk/>
            <pc:sldMk cId="3136696676" sldId="259"/>
            <ac:spMk id="16" creationId="{096D6D81-8744-53AB-8D49-1321586F927F}"/>
          </ac:spMkLst>
        </pc:spChg>
        <pc:picChg chg="add mod">
          <ac:chgData name="Zack Blazejewski" userId="85245ad4c9276ffd" providerId="LiveId" clId="{DD8C9C83-5B20-41FD-BE75-A00D68454C9E}" dt="2026-03-24T21:01:13.158" v="5178" actId="1076"/>
          <ac:picMkLst>
            <pc:docMk/>
            <pc:sldMk cId="3136696676" sldId="259"/>
            <ac:picMk id="6" creationId="{C7F763A5-1481-8A80-7C6B-B265E60242D2}"/>
          </ac:picMkLst>
        </pc:picChg>
        <pc:picChg chg="add mod">
          <ac:chgData name="Zack Blazejewski" userId="85245ad4c9276ffd" providerId="LiveId" clId="{DD8C9C83-5B20-41FD-BE75-A00D68454C9E}" dt="2026-03-24T21:01:50.324" v="5192" actId="1076"/>
          <ac:picMkLst>
            <pc:docMk/>
            <pc:sldMk cId="3136696676" sldId="259"/>
            <ac:picMk id="8" creationId="{686893AA-0B7C-BC12-AA44-27CEDA2DC60A}"/>
          </ac:picMkLst>
        </pc:picChg>
        <pc:picChg chg="add mod">
          <ac:chgData name="Zack Blazejewski" userId="85245ad4c9276ffd" providerId="LiveId" clId="{DD8C9C83-5B20-41FD-BE75-A00D68454C9E}" dt="2026-03-24T21:03:57.670" v="5195" actId="1076"/>
          <ac:picMkLst>
            <pc:docMk/>
            <pc:sldMk cId="3136696676" sldId="259"/>
            <ac:picMk id="14" creationId="{8EE5EFD6-C07F-ACF6-23E0-E2BAF1A70F20}"/>
          </ac:picMkLst>
        </pc:picChg>
      </pc:sldChg>
      <pc:sldChg chg="addSp modSp add mod">
        <pc:chgData name="Zack Blazejewski" userId="85245ad4c9276ffd" providerId="LiveId" clId="{DD8C9C83-5B20-41FD-BE75-A00D68454C9E}" dt="2026-03-24T21:07:02.812" v="5317" actId="1076"/>
        <pc:sldMkLst>
          <pc:docMk/>
          <pc:sldMk cId="2528701011" sldId="260"/>
        </pc:sldMkLst>
        <pc:spChg chg="mod">
          <ac:chgData name="Zack Blazejewski" userId="85245ad4c9276ffd" providerId="LiveId" clId="{DD8C9C83-5B20-41FD-BE75-A00D68454C9E}" dt="2026-03-24T20:41:14.428" v="4318" actId="20577"/>
          <ac:spMkLst>
            <pc:docMk/>
            <pc:sldMk cId="2528701011" sldId="260"/>
            <ac:spMk id="2" creationId="{E64EEA00-9DC6-7681-CFDE-D51CE916318E}"/>
          </ac:spMkLst>
        </pc:spChg>
        <pc:spChg chg="mod">
          <ac:chgData name="Zack Blazejewski" userId="85245ad4c9276ffd" providerId="LiveId" clId="{DD8C9C83-5B20-41FD-BE75-A00D68454C9E}" dt="2026-03-24T20:41:23.543" v="4389" actId="20577"/>
          <ac:spMkLst>
            <pc:docMk/>
            <pc:sldMk cId="2528701011" sldId="260"/>
            <ac:spMk id="3" creationId="{4D434E9E-6E57-B027-6770-14AF49E9A76E}"/>
          </ac:spMkLst>
        </pc:spChg>
        <pc:spChg chg="add mod">
          <ac:chgData name="Zack Blazejewski" userId="85245ad4c9276ffd" providerId="LiveId" clId="{DD8C9C83-5B20-41FD-BE75-A00D68454C9E}" dt="2026-03-24T21:06:14.622" v="5267" actId="1076"/>
          <ac:spMkLst>
            <pc:docMk/>
            <pc:sldMk cId="2528701011" sldId="260"/>
            <ac:spMk id="9" creationId="{38D25743-D2CE-C5D5-542C-A37685CA255F}"/>
          </ac:spMkLst>
        </pc:spChg>
        <pc:spChg chg="add mod">
          <ac:chgData name="Zack Blazejewski" userId="85245ad4c9276ffd" providerId="LiveId" clId="{DD8C9C83-5B20-41FD-BE75-A00D68454C9E}" dt="2026-03-24T21:06:21.104" v="5272" actId="1076"/>
          <ac:spMkLst>
            <pc:docMk/>
            <pc:sldMk cId="2528701011" sldId="260"/>
            <ac:spMk id="10" creationId="{57B48CBF-B352-D5A3-71DD-DF312B282042}"/>
          </ac:spMkLst>
        </pc:spChg>
        <pc:spChg chg="add mod">
          <ac:chgData name="Zack Blazejewski" userId="85245ad4c9276ffd" providerId="LiveId" clId="{DD8C9C83-5B20-41FD-BE75-A00D68454C9E}" dt="2026-03-24T21:06:29.107" v="5275" actId="14100"/>
          <ac:spMkLst>
            <pc:docMk/>
            <pc:sldMk cId="2528701011" sldId="260"/>
            <ac:spMk id="11" creationId="{E4B1934A-6CE0-D384-89B7-06961718C2F6}"/>
          </ac:spMkLst>
        </pc:spChg>
        <pc:spChg chg="add mod">
          <ac:chgData name="Zack Blazejewski" userId="85245ad4c9276ffd" providerId="LiveId" clId="{DD8C9C83-5B20-41FD-BE75-A00D68454C9E}" dt="2026-03-24T21:06:45.863" v="5311" actId="1076"/>
          <ac:spMkLst>
            <pc:docMk/>
            <pc:sldMk cId="2528701011" sldId="260"/>
            <ac:spMk id="12" creationId="{830F807C-C698-6449-698A-8C6EC3DDCDB4}"/>
          </ac:spMkLst>
        </pc:spChg>
        <pc:spChg chg="add mod">
          <ac:chgData name="Zack Blazejewski" userId="85245ad4c9276ffd" providerId="LiveId" clId="{DD8C9C83-5B20-41FD-BE75-A00D68454C9E}" dt="2026-03-24T21:07:02.812" v="5317" actId="1076"/>
          <ac:spMkLst>
            <pc:docMk/>
            <pc:sldMk cId="2528701011" sldId="260"/>
            <ac:spMk id="13" creationId="{02207F51-A205-F851-A7A8-41292836B559}"/>
          </ac:spMkLst>
        </pc:spChg>
        <pc:picChg chg="add mod">
          <ac:chgData name="Zack Blazejewski" userId="85245ad4c9276ffd" providerId="LiveId" clId="{DD8C9C83-5B20-41FD-BE75-A00D68454C9E}" dt="2026-03-24T21:05:20.382" v="5247" actId="1076"/>
          <ac:picMkLst>
            <pc:docMk/>
            <pc:sldMk cId="2528701011" sldId="260"/>
            <ac:picMk id="6" creationId="{3DAB43C8-22BA-F115-7A48-443D29B90282}"/>
          </ac:picMkLst>
        </pc:picChg>
        <pc:picChg chg="add mod">
          <ac:chgData name="Zack Blazejewski" userId="85245ad4c9276ffd" providerId="LiveId" clId="{DD8C9C83-5B20-41FD-BE75-A00D68454C9E}" dt="2026-03-24T21:06:54.045" v="5314" actId="1076"/>
          <ac:picMkLst>
            <pc:docMk/>
            <pc:sldMk cId="2528701011" sldId="260"/>
            <ac:picMk id="8" creationId="{E9980598-F4E1-2D82-E473-688BEA636D37}"/>
          </ac:picMkLst>
        </pc:picChg>
      </pc:sldChg>
      <pc:sldChg chg="addSp delSp modSp add mod">
        <pc:chgData name="Zack Blazejewski" userId="85245ad4c9276ffd" providerId="LiveId" clId="{DD8C9C83-5B20-41FD-BE75-A00D68454C9E}" dt="2026-03-24T21:11:08.924" v="5486" actId="403"/>
        <pc:sldMkLst>
          <pc:docMk/>
          <pc:sldMk cId="2701075391" sldId="261"/>
        </pc:sldMkLst>
        <pc:spChg chg="mod">
          <ac:chgData name="Zack Blazejewski" userId="85245ad4c9276ffd" providerId="LiveId" clId="{DD8C9C83-5B20-41FD-BE75-A00D68454C9E}" dt="2026-03-24T20:41:33.072" v="4411" actId="20577"/>
          <ac:spMkLst>
            <pc:docMk/>
            <pc:sldMk cId="2701075391" sldId="261"/>
            <ac:spMk id="2" creationId="{41630CA7-A84F-EFC9-696D-0AE1A6959F09}"/>
          </ac:spMkLst>
        </pc:spChg>
        <pc:spChg chg="mod">
          <ac:chgData name="Zack Blazejewski" userId="85245ad4c9276ffd" providerId="LiveId" clId="{DD8C9C83-5B20-41FD-BE75-A00D68454C9E}" dt="2026-03-24T20:41:47.581" v="4503" actId="20577"/>
          <ac:spMkLst>
            <pc:docMk/>
            <pc:sldMk cId="2701075391" sldId="261"/>
            <ac:spMk id="3" creationId="{B40885B1-15C0-E3B9-5E44-734A7973FB95}"/>
          </ac:spMkLst>
        </pc:spChg>
        <pc:spChg chg="add mod">
          <ac:chgData name="Zack Blazejewski" userId="85245ad4c9276ffd" providerId="LiveId" clId="{DD8C9C83-5B20-41FD-BE75-A00D68454C9E}" dt="2026-03-24T21:10:43.530" v="5419" actId="208"/>
          <ac:spMkLst>
            <pc:docMk/>
            <pc:sldMk cId="2701075391" sldId="261"/>
            <ac:spMk id="9" creationId="{38637016-4D91-BBF7-B832-FBF526403A85}"/>
          </ac:spMkLst>
        </pc:spChg>
        <pc:spChg chg="add mod">
          <ac:chgData name="Zack Blazejewski" userId="85245ad4c9276ffd" providerId="LiveId" clId="{DD8C9C83-5B20-41FD-BE75-A00D68454C9E}" dt="2026-03-24T21:11:08.924" v="5486" actId="403"/>
          <ac:spMkLst>
            <pc:docMk/>
            <pc:sldMk cId="2701075391" sldId="261"/>
            <ac:spMk id="10" creationId="{9362E96A-67D6-9E9D-D35E-B30506610024}"/>
          </ac:spMkLst>
        </pc:spChg>
        <pc:picChg chg="add del">
          <ac:chgData name="Zack Blazejewski" userId="85245ad4c9276ffd" providerId="LiveId" clId="{DD8C9C83-5B20-41FD-BE75-A00D68454C9E}" dt="2026-03-24T21:10:19.126" v="5412" actId="478"/>
          <ac:picMkLst>
            <pc:docMk/>
            <pc:sldMk cId="2701075391" sldId="261"/>
            <ac:picMk id="6" creationId="{7956956D-B358-4105-CD7F-8DFCD90C92D3}"/>
          </ac:picMkLst>
        </pc:picChg>
        <pc:picChg chg="add mod">
          <ac:chgData name="Zack Blazejewski" userId="85245ad4c9276ffd" providerId="LiveId" clId="{DD8C9C83-5B20-41FD-BE75-A00D68454C9E}" dt="2026-03-24T21:10:29.227" v="5415" actId="1076"/>
          <ac:picMkLst>
            <pc:docMk/>
            <pc:sldMk cId="2701075391" sldId="261"/>
            <ac:picMk id="8" creationId="{1F4F869E-BAE9-5E5D-2F5E-75C3C776EED2}"/>
          </ac:picMkLst>
        </pc:picChg>
      </pc:sldChg>
      <pc:sldChg chg="addSp modSp del mod modTransition modAnim">
        <pc:chgData name="Zack Blazejewski" userId="85245ad4c9276ffd" providerId="LiveId" clId="{DD8C9C83-5B20-41FD-BE75-A00D68454C9E}" dt="2026-03-24T20:38:55.702" v="3840" actId="47"/>
        <pc:sldMkLst>
          <pc:docMk/>
          <pc:sldMk cId="4275847828" sldId="261"/>
        </pc:sldMkLst>
      </pc:sldChg>
      <pc:sldChg chg="addSp delSp modSp del mod modTransition addAnim delAnim modAnim">
        <pc:chgData name="Zack Blazejewski" userId="85245ad4c9276ffd" providerId="LiveId" clId="{DD8C9C83-5B20-41FD-BE75-A00D68454C9E}" dt="2026-03-24T20:38:56.197" v="3841" actId="47"/>
        <pc:sldMkLst>
          <pc:docMk/>
          <pc:sldMk cId="938754193" sldId="262"/>
        </pc:sldMkLst>
      </pc:sldChg>
      <pc:sldChg chg="addSp modSp add mod">
        <pc:chgData name="Zack Blazejewski" userId="85245ad4c9276ffd" providerId="LiveId" clId="{DD8C9C83-5B20-41FD-BE75-A00D68454C9E}" dt="2026-03-24T21:13:34.115" v="5498" actId="1076"/>
        <pc:sldMkLst>
          <pc:docMk/>
          <pc:sldMk cId="3359430183" sldId="262"/>
        </pc:sldMkLst>
        <pc:spChg chg="mod">
          <ac:chgData name="Zack Blazejewski" userId="85245ad4c9276ffd" providerId="LiveId" clId="{DD8C9C83-5B20-41FD-BE75-A00D68454C9E}" dt="2026-03-24T20:41:58.046" v="4530" actId="20577"/>
          <ac:spMkLst>
            <pc:docMk/>
            <pc:sldMk cId="3359430183" sldId="262"/>
            <ac:spMk id="2" creationId="{3613CDDF-3272-EDBD-5C9A-7C71F6A6DB6B}"/>
          </ac:spMkLst>
        </pc:spChg>
        <pc:spChg chg="mod">
          <ac:chgData name="Zack Blazejewski" userId="85245ad4c9276ffd" providerId="LiveId" clId="{DD8C9C83-5B20-41FD-BE75-A00D68454C9E}" dt="2026-03-24T21:12:55.269" v="5487" actId="313"/>
          <ac:spMkLst>
            <pc:docMk/>
            <pc:sldMk cId="3359430183" sldId="262"/>
            <ac:spMk id="3" creationId="{86350563-DBA7-AEEF-6EE5-645C22CBD1F7}"/>
          </ac:spMkLst>
        </pc:spChg>
        <pc:spChg chg="add mod">
          <ac:chgData name="Zack Blazejewski" userId="85245ad4c9276ffd" providerId="LiveId" clId="{DD8C9C83-5B20-41FD-BE75-A00D68454C9E}" dt="2026-03-24T21:13:25.355" v="5494" actId="1076"/>
          <ac:spMkLst>
            <pc:docMk/>
            <pc:sldMk cId="3359430183" sldId="262"/>
            <ac:spMk id="7" creationId="{05D77BA2-D066-9272-A6FC-96DE98DC44F4}"/>
          </ac:spMkLst>
        </pc:spChg>
        <pc:spChg chg="add mod">
          <ac:chgData name="Zack Blazejewski" userId="85245ad4c9276ffd" providerId="LiveId" clId="{DD8C9C83-5B20-41FD-BE75-A00D68454C9E}" dt="2026-03-24T21:13:34.115" v="5498" actId="1076"/>
          <ac:spMkLst>
            <pc:docMk/>
            <pc:sldMk cId="3359430183" sldId="262"/>
            <ac:spMk id="8" creationId="{0476EB32-149A-8DC3-3734-8BEC64D4BC00}"/>
          </ac:spMkLst>
        </pc:spChg>
        <pc:picChg chg="add mod">
          <ac:chgData name="Zack Blazejewski" userId="85245ad4c9276ffd" providerId="LiveId" clId="{DD8C9C83-5B20-41FD-BE75-A00D68454C9E}" dt="2026-03-24T21:13:13.255" v="5490" actId="14100"/>
          <ac:picMkLst>
            <pc:docMk/>
            <pc:sldMk cId="3359430183" sldId="262"/>
            <ac:picMk id="6" creationId="{40DCC6DB-FC35-4430-E80B-6C28CDDE5A34}"/>
          </ac:picMkLst>
        </pc:picChg>
      </pc:sldChg>
      <pc:sldChg chg="addSp modSp add mod">
        <pc:chgData name="Zack Blazejewski" userId="85245ad4c9276ffd" providerId="LiveId" clId="{DD8C9C83-5B20-41FD-BE75-A00D68454C9E}" dt="2026-03-24T21:22:03.531" v="5578"/>
        <pc:sldMkLst>
          <pc:docMk/>
          <pc:sldMk cId="3968147303" sldId="263"/>
        </pc:sldMkLst>
        <pc:spChg chg="mod">
          <ac:chgData name="Zack Blazejewski" userId="85245ad4c9276ffd" providerId="LiveId" clId="{DD8C9C83-5B20-41FD-BE75-A00D68454C9E}" dt="2026-03-24T20:42:28.276" v="4651" actId="20577"/>
          <ac:spMkLst>
            <pc:docMk/>
            <pc:sldMk cId="3968147303" sldId="263"/>
            <ac:spMk id="2" creationId="{214A00FB-8253-1950-EC58-4FA5F0C6A62E}"/>
          </ac:spMkLst>
        </pc:spChg>
        <pc:spChg chg="mod">
          <ac:chgData name="Zack Blazejewski" userId="85245ad4c9276ffd" providerId="LiveId" clId="{DD8C9C83-5B20-41FD-BE75-A00D68454C9E}" dt="2026-03-24T21:19:10.069" v="5569" actId="20577"/>
          <ac:spMkLst>
            <pc:docMk/>
            <pc:sldMk cId="3968147303" sldId="263"/>
            <ac:spMk id="3" creationId="{82FDCC98-1BA3-710C-BA3C-002FA65BFB5A}"/>
          </ac:spMkLst>
        </pc:spChg>
        <pc:spChg chg="add mod">
          <ac:chgData name="Zack Blazejewski" userId="85245ad4c9276ffd" providerId="LiveId" clId="{DD8C9C83-5B20-41FD-BE75-A00D68454C9E}" dt="2026-03-24T21:18:41.655" v="5537" actId="1076"/>
          <ac:spMkLst>
            <pc:docMk/>
            <pc:sldMk cId="3968147303" sldId="263"/>
            <ac:spMk id="9" creationId="{9A75F329-86A3-EB44-79F5-2C1F553A7571}"/>
          </ac:spMkLst>
        </pc:spChg>
        <pc:spChg chg="add mod">
          <ac:chgData name="Zack Blazejewski" userId="85245ad4c9276ffd" providerId="LiveId" clId="{DD8C9C83-5B20-41FD-BE75-A00D68454C9E}" dt="2026-03-24T21:18:44.535" v="5539" actId="1076"/>
          <ac:spMkLst>
            <pc:docMk/>
            <pc:sldMk cId="3968147303" sldId="263"/>
            <ac:spMk id="10" creationId="{4CD5677D-5DB7-F353-3C40-4E233A7D2089}"/>
          </ac:spMkLst>
        </pc:spChg>
        <pc:spChg chg="add mod">
          <ac:chgData name="Zack Blazejewski" userId="85245ad4c9276ffd" providerId="LiveId" clId="{DD8C9C83-5B20-41FD-BE75-A00D68454C9E}" dt="2026-03-24T21:18:47.550" v="5541" actId="1076"/>
          <ac:spMkLst>
            <pc:docMk/>
            <pc:sldMk cId="3968147303" sldId="263"/>
            <ac:spMk id="11" creationId="{72D5AC4D-9B92-26EA-6038-28F875699650}"/>
          </ac:spMkLst>
        </pc:spChg>
        <pc:spChg chg="add mod">
          <ac:chgData name="Zack Blazejewski" userId="85245ad4c9276ffd" providerId="LiveId" clId="{DD8C9C83-5B20-41FD-BE75-A00D68454C9E}" dt="2026-03-24T21:22:03.531" v="5578"/>
          <ac:spMkLst>
            <pc:docMk/>
            <pc:sldMk cId="3968147303" sldId="263"/>
            <ac:spMk id="12" creationId="{E23CC277-D819-BFAA-8AD2-FFF4C4ACD7B5}"/>
          </ac:spMkLst>
        </pc:spChg>
        <pc:picChg chg="add mod">
          <ac:chgData name="Zack Blazejewski" userId="85245ad4c9276ffd" providerId="LiveId" clId="{DD8C9C83-5B20-41FD-BE75-A00D68454C9E}" dt="2026-03-24T21:18:24.717" v="5535" actId="1076"/>
          <ac:picMkLst>
            <pc:docMk/>
            <pc:sldMk cId="3968147303" sldId="263"/>
            <ac:picMk id="6" creationId="{02DF3213-0572-5A64-5B62-B013511053F5}"/>
          </ac:picMkLst>
        </pc:picChg>
        <pc:picChg chg="add mod">
          <ac:chgData name="Zack Blazejewski" userId="85245ad4c9276ffd" providerId="LiveId" clId="{DD8C9C83-5B20-41FD-BE75-A00D68454C9E}" dt="2026-03-24T21:18:14.026" v="5531" actId="14100"/>
          <ac:picMkLst>
            <pc:docMk/>
            <pc:sldMk cId="3968147303" sldId="263"/>
            <ac:picMk id="8" creationId="{101E0C4A-02D6-28AA-051C-39A89E76C2D5}"/>
          </ac:picMkLst>
        </pc:picChg>
      </pc:sldChg>
      <pc:sldChg chg="del modTransition">
        <pc:chgData name="Zack Blazejewski" userId="85245ad4c9276ffd" providerId="LiveId" clId="{DD8C9C83-5B20-41FD-BE75-A00D68454C9E}" dt="2026-03-24T20:38:56.625" v="3842" actId="47"/>
        <pc:sldMkLst>
          <pc:docMk/>
          <pc:sldMk cId="4000964836" sldId="263"/>
        </pc:sldMkLst>
      </pc:sldChg>
      <pc:sldChg chg="addSp delSp modSp add mod">
        <pc:chgData name="Zack Blazejewski" userId="85245ad4c9276ffd" providerId="LiveId" clId="{DD8C9C83-5B20-41FD-BE75-A00D68454C9E}" dt="2026-03-24T21:27:07.783" v="5858" actId="20577"/>
        <pc:sldMkLst>
          <pc:docMk/>
          <pc:sldMk cId="774265368" sldId="264"/>
        </pc:sldMkLst>
        <pc:spChg chg="mod">
          <ac:chgData name="Zack Blazejewski" userId="85245ad4c9276ffd" providerId="LiveId" clId="{DD8C9C83-5B20-41FD-BE75-A00D68454C9E}" dt="2026-03-24T21:27:07.783" v="5858" actId="20577"/>
          <ac:spMkLst>
            <pc:docMk/>
            <pc:sldMk cId="774265368" sldId="264"/>
            <ac:spMk id="2" creationId="{865F9F0D-D0EE-327D-DB0D-9CAD2E532D63}"/>
          </ac:spMkLst>
        </pc:spChg>
        <pc:spChg chg="mod">
          <ac:chgData name="Zack Blazejewski" userId="85245ad4c9276ffd" providerId="LiveId" clId="{DD8C9C83-5B20-41FD-BE75-A00D68454C9E}" dt="2026-03-24T20:43:35.250" v="4868" actId="20577"/>
          <ac:spMkLst>
            <pc:docMk/>
            <pc:sldMk cId="774265368" sldId="264"/>
            <ac:spMk id="3" creationId="{54734558-1CDA-6109-B043-0913D708A383}"/>
          </ac:spMkLst>
        </pc:spChg>
        <pc:spChg chg="add mod">
          <ac:chgData name="Zack Blazejewski" userId="85245ad4c9276ffd" providerId="LiveId" clId="{DD8C9C83-5B20-41FD-BE75-A00D68454C9E}" dt="2026-03-24T21:23:04.685" v="5671" actId="1036"/>
          <ac:spMkLst>
            <pc:docMk/>
            <pc:sldMk cId="774265368" sldId="264"/>
            <ac:spMk id="7" creationId="{0B3063E0-1FC5-2344-8DF7-28F227CCD531}"/>
          </ac:spMkLst>
        </pc:spChg>
        <pc:spChg chg="add mod">
          <ac:chgData name="Zack Blazejewski" userId="85245ad4c9276ffd" providerId="LiveId" clId="{DD8C9C83-5B20-41FD-BE75-A00D68454C9E}" dt="2026-03-24T21:22:32.177" v="5659" actId="20577"/>
          <ac:spMkLst>
            <pc:docMk/>
            <pc:sldMk cId="774265368" sldId="264"/>
            <ac:spMk id="8" creationId="{CC384E0D-D373-1513-B247-E636483AF821}"/>
          </ac:spMkLst>
        </pc:spChg>
        <pc:picChg chg="add del mod">
          <ac:chgData name="Zack Blazejewski" userId="85245ad4c9276ffd" providerId="LiveId" clId="{DD8C9C83-5B20-41FD-BE75-A00D68454C9E}" dt="2026-03-24T21:22:51.835" v="5660" actId="478"/>
          <ac:picMkLst>
            <pc:docMk/>
            <pc:sldMk cId="774265368" sldId="264"/>
            <ac:picMk id="6" creationId="{F7350A13-42BC-E08D-C038-4292162FD0E5}"/>
          </ac:picMkLst>
        </pc:picChg>
        <pc:picChg chg="add mod ord">
          <ac:chgData name="Zack Blazejewski" userId="85245ad4c9276ffd" providerId="LiveId" clId="{DD8C9C83-5B20-41FD-BE75-A00D68454C9E}" dt="2026-03-24T21:23:04.685" v="5671" actId="1036"/>
          <ac:picMkLst>
            <pc:docMk/>
            <pc:sldMk cId="774265368" sldId="264"/>
            <ac:picMk id="10" creationId="{07EA2471-29DD-0FED-0FDC-B5FFA04F630E}"/>
          </ac:picMkLst>
        </pc:picChg>
      </pc:sldChg>
      <pc:sldChg chg="del modTransition">
        <pc:chgData name="Zack Blazejewski" userId="85245ad4c9276ffd" providerId="LiveId" clId="{DD8C9C83-5B20-41FD-BE75-A00D68454C9E}" dt="2026-03-24T20:38:57.968" v="3845" actId="47"/>
        <pc:sldMkLst>
          <pc:docMk/>
          <pc:sldMk cId="173586963" sldId="265"/>
        </pc:sldMkLst>
      </pc:sldChg>
      <pc:sldChg chg="addSp modSp add mod">
        <pc:chgData name="Zack Blazejewski" userId="85245ad4c9276ffd" providerId="LiveId" clId="{DD8C9C83-5B20-41FD-BE75-A00D68454C9E}" dt="2026-03-24T21:27:10.388" v="5860" actId="20577"/>
        <pc:sldMkLst>
          <pc:docMk/>
          <pc:sldMk cId="2755706370" sldId="265"/>
        </pc:sldMkLst>
        <pc:spChg chg="mod">
          <ac:chgData name="Zack Blazejewski" userId="85245ad4c9276ffd" providerId="LiveId" clId="{DD8C9C83-5B20-41FD-BE75-A00D68454C9E}" dt="2026-03-24T21:27:10.388" v="5860" actId="20577"/>
          <ac:spMkLst>
            <pc:docMk/>
            <pc:sldMk cId="2755706370" sldId="265"/>
            <ac:spMk id="2" creationId="{D3A3C130-7270-27D9-D6B4-CAEE6912B462}"/>
          </ac:spMkLst>
        </pc:spChg>
        <pc:spChg chg="mod">
          <ac:chgData name="Zack Blazejewski" userId="85245ad4c9276ffd" providerId="LiveId" clId="{DD8C9C83-5B20-41FD-BE75-A00D68454C9E}" dt="2026-03-24T20:44:11.495" v="5087" actId="20577"/>
          <ac:spMkLst>
            <pc:docMk/>
            <pc:sldMk cId="2755706370" sldId="265"/>
            <ac:spMk id="3" creationId="{C6CC91E1-E4B1-08FB-EE61-A8BAB34C350B}"/>
          </ac:spMkLst>
        </pc:spChg>
        <pc:spChg chg="add mod">
          <ac:chgData name="Zack Blazejewski" userId="85245ad4c9276ffd" providerId="LiveId" clId="{DD8C9C83-5B20-41FD-BE75-A00D68454C9E}" dt="2026-03-24T21:24:17.693" v="5751" actId="14100"/>
          <ac:spMkLst>
            <pc:docMk/>
            <pc:sldMk cId="2755706370" sldId="265"/>
            <ac:spMk id="7" creationId="{E6CBB05D-38DB-B803-CC79-FF7C48BB6228}"/>
          </ac:spMkLst>
        </pc:spChg>
        <pc:spChg chg="add mod">
          <ac:chgData name="Zack Blazejewski" userId="85245ad4c9276ffd" providerId="LiveId" clId="{DD8C9C83-5B20-41FD-BE75-A00D68454C9E}" dt="2026-03-24T21:24:21.642" v="5752" actId="1076"/>
          <ac:spMkLst>
            <pc:docMk/>
            <pc:sldMk cId="2755706370" sldId="265"/>
            <ac:spMk id="8" creationId="{75EB7BDD-D522-4451-095F-EC00A1E97AD3}"/>
          </ac:spMkLst>
        </pc:spChg>
        <pc:spChg chg="add mod">
          <ac:chgData name="Zack Blazejewski" userId="85245ad4c9276ffd" providerId="LiveId" clId="{DD8C9C83-5B20-41FD-BE75-A00D68454C9E}" dt="2026-03-24T21:24:25.417" v="5753" actId="14100"/>
          <ac:spMkLst>
            <pc:docMk/>
            <pc:sldMk cId="2755706370" sldId="265"/>
            <ac:spMk id="9" creationId="{722EDE4F-89C9-BB88-B00A-B23615F2AF5A}"/>
          </ac:spMkLst>
        </pc:spChg>
        <pc:spChg chg="add mod">
          <ac:chgData name="Zack Blazejewski" userId="85245ad4c9276ffd" providerId="LiveId" clId="{DD8C9C83-5B20-41FD-BE75-A00D68454C9E}" dt="2026-03-24T21:24:44.344" v="5803" actId="1076"/>
          <ac:spMkLst>
            <pc:docMk/>
            <pc:sldMk cId="2755706370" sldId="265"/>
            <ac:spMk id="10" creationId="{60DDD712-6122-391F-833F-1F7AD8A8B7B6}"/>
          </ac:spMkLst>
        </pc:spChg>
        <pc:spChg chg="add mod">
          <ac:chgData name="Zack Blazejewski" userId="85245ad4c9276ffd" providerId="LiveId" clId="{DD8C9C83-5B20-41FD-BE75-A00D68454C9E}" dt="2026-03-24T21:24:50.492" v="5806" actId="1076"/>
          <ac:spMkLst>
            <pc:docMk/>
            <pc:sldMk cId="2755706370" sldId="265"/>
            <ac:spMk id="11" creationId="{1855ED1A-115A-D056-22B6-7A4A59EBC80C}"/>
          </ac:spMkLst>
        </pc:spChg>
        <pc:spChg chg="add mod">
          <ac:chgData name="Zack Blazejewski" userId="85245ad4c9276ffd" providerId="LiveId" clId="{DD8C9C83-5B20-41FD-BE75-A00D68454C9E}" dt="2026-03-24T21:24:55.406" v="5823" actId="20577"/>
          <ac:spMkLst>
            <pc:docMk/>
            <pc:sldMk cId="2755706370" sldId="265"/>
            <ac:spMk id="12" creationId="{116D761F-7705-FDFF-E4F4-4984BFD372D9}"/>
          </ac:spMkLst>
        </pc:spChg>
        <pc:picChg chg="add mod">
          <ac:chgData name="Zack Blazejewski" userId="85245ad4c9276ffd" providerId="LiveId" clId="{DD8C9C83-5B20-41FD-BE75-A00D68454C9E}" dt="2026-03-24T21:23:26.688" v="5674" actId="14100"/>
          <ac:picMkLst>
            <pc:docMk/>
            <pc:sldMk cId="2755706370" sldId="265"/>
            <ac:picMk id="6" creationId="{E8150ECB-FECD-63D1-83DB-205A6ECD0B04}"/>
          </ac:picMkLst>
        </pc:picChg>
      </pc:sldChg>
      <pc:sldChg chg="addSp delSp modSp add mod">
        <pc:chgData name="Zack Blazejewski" userId="85245ad4c9276ffd" providerId="LiveId" clId="{DD8C9C83-5B20-41FD-BE75-A00D68454C9E}" dt="2026-03-24T21:30:18.221" v="6035" actId="1076"/>
        <pc:sldMkLst>
          <pc:docMk/>
          <pc:sldMk cId="2639241263" sldId="266"/>
        </pc:sldMkLst>
        <pc:spChg chg="mod">
          <ac:chgData name="Zack Blazejewski" userId="85245ad4c9276ffd" providerId="LiveId" clId="{DD8C9C83-5B20-41FD-BE75-A00D68454C9E}" dt="2026-03-24T21:27:04.487" v="5856" actId="20577"/>
          <ac:spMkLst>
            <pc:docMk/>
            <pc:sldMk cId="2639241263" sldId="266"/>
            <ac:spMk id="2" creationId="{0210942B-3EA0-C324-F70C-AEB5F8596FEB}"/>
          </ac:spMkLst>
        </pc:spChg>
        <pc:spChg chg="mod">
          <ac:chgData name="Zack Blazejewski" userId="85245ad4c9276ffd" providerId="LiveId" clId="{DD8C9C83-5B20-41FD-BE75-A00D68454C9E}" dt="2026-03-24T21:30:11.552" v="6034" actId="20577"/>
          <ac:spMkLst>
            <pc:docMk/>
            <pc:sldMk cId="2639241263" sldId="266"/>
            <ac:spMk id="3" creationId="{B8F66957-93A9-98F7-3843-F1BAD075DAE0}"/>
          </ac:spMkLst>
        </pc:spChg>
        <pc:spChg chg="del">
          <ac:chgData name="Zack Blazejewski" userId="85245ad4c9276ffd" providerId="LiveId" clId="{DD8C9C83-5B20-41FD-BE75-A00D68454C9E}" dt="2026-03-24T21:27:35.774" v="5940" actId="478"/>
          <ac:spMkLst>
            <pc:docMk/>
            <pc:sldMk cId="2639241263" sldId="266"/>
            <ac:spMk id="9" creationId="{749FA9E3-8915-0261-1820-646CDAB13752}"/>
          </ac:spMkLst>
        </pc:spChg>
        <pc:spChg chg="del">
          <ac:chgData name="Zack Blazejewski" userId="85245ad4c9276ffd" providerId="LiveId" clId="{DD8C9C83-5B20-41FD-BE75-A00D68454C9E}" dt="2026-03-24T21:27:35.774" v="5940" actId="478"/>
          <ac:spMkLst>
            <pc:docMk/>
            <pc:sldMk cId="2639241263" sldId="266"/>
            <ac:spMk id="10" creationId="{D853A66D-CEE9-2EB0-167D-788030CB44ED}"/>
          </ac:spMkLst>
        </pc:spChg>
        <pc:spChg chg="del">
          <ac:chgData name="Zack Blazejewski" userId="85245ad4c9276ffd" providerId="LiveId" clId="{DD8C9C83-5B20-41FD-BE75-A00D68454C9E}" dt="2026-03-24T21:27:35.774" v="5940" actId="478"/>
          <ac:spMkLst>
            <pc:docMk/>
            <pc:sldMk cId="2639241263" sldId="266"/>
            <ac:spMk id="11" creationId="{70B047C4-980F-EB91-CB01-0116ECEF00FC}"/>
          </ac:spMkLst>
        </pc:spChg>
        <pc:spChg chg="add mod">
          <ac:chgData name="Zack Blazejewski" userId="85245ad4c9276ffd" providerId="LiveId" clId="{DD8C9C83-5B20-41FD-BE75-A00D68454C9E}" dt="2026-03-24T21:30:18.221" v="6035" actId="1076"/>
          <ac:spMkLst>
            <pc:docMk/>
            <pc:sldMk cId="2639241263" sldId="266"/>
            <ac:spMk id="12" creationId="{56B1AB9F-D08C-C163-8AB0-CD48C41BFB06}"/>
          </ac:spMkLst>
        </pc:spChg>
        <pc:spChg chg="add mod">
          <ac:chgData name="Zack Blazejewski" userId="85245ad4c9276ffd" providerId="LiveId" clId="{DD8C9C83-5B20-41FD-BE75-A00D68454C9E}" dt="2026-03-24T21:30:18.221" v="6035" actId="1076"/>
          <ac:spMkLst>
            <pc:docMk/>
            <pc:sldMk cId="2639241263" sldId="266"/>
            <ac:spMk id="13" creationId="{38E8FFA7-8EC7-BA5C-E7A7-94FB15694CF7}"/>
          </ac:spMkLst>
        </pc:spChg>
        <pc:spChg chg="add mod">
          <ac:chgData name="Zack Blazejewski" userId="85245ad4c9276ffd" providerId="LiveId" clId="{DD8C9C83-5B20-41FD-BE75-A00D68454C9E}" dt="2026-03-24T21:30:18.221" v="6035" actId="1076"/>
          <ac:spMkLst>
            <pc:docMk/>
            <pc:sldMk cId="2639241263" sldId="266"/>
            <ac:spMk id="14" creationId="{E04BBEA9-0AA8-948C-DA13-1BB928BE0D85}"/>
          </ac:spMkLst>
        </pc:spChg>
        <pc:spChg chg="add mod">
          <ac:chgData name="Zack Blazejewski" userId="85245ad4c9276ffd" providerId="LiveId" clId="{DD8C9C83-5B20-41FD-BE75-A00D68454C9E}" dt="2026-03-24T21:30:18.221" v="6035" actId="1076"/>
          <ac:spMkLst>
            <pc:docMk/>
            <pc:sldMk cId="2639241263" sldId="266"/>
            <ac:spMk id="15" creationId="{C1D6519E-AE9E-1BEF-F9A1-234C27FEA88C}"/>
          </ac:spMkLst>
        </pc:spChg>
        <pc:picChg chg="del">
          <ac:chgData name="Zack Blazejewski" userId="85245ad4c9276ffd" providerId="LiveId" clId="{DD8C9C83-5B20-41FD-BE75-A00D68454C9E}" dt="2026-03-24T21:27:35.774" v="5940" actId="478"/>
          <ac:picMkLst>
            <pc:docMk/>
            <pc:sldMk cId="2639241263" sldId="266"/>
            <ac:picMk id="6" creationId="{AD246CF0-FCCB-677F-5889-6BF83338C380}"/>
          </ac:picMkLst>
        </pc:picChg>
        <pc:picChg chg="add mod">
          <ac:chgData name="Zack Blazejewski" userId="85245ad4c9276ffd" providerId="LiveId" clId="{DD8C9C83-5B20-41FD-BE75-A00D68454C9E}" dt="2026-03-24T21:30:18.221" v="6035" actId="1076"/>
          <ac:picMkLst>
            <pc:docMk/>
            <pc:sldMk cId="2639241263" sldId="266"/>
            <ac:picMk id="7" creationId="{5316DF2F-CFDA-F1F3-C5DC-9EAC7D2B0227}"/>
          </ac:picMkLst>
        </pc:picChg>
        <pc:picChg chg="del">
          <ac:chgData name="Zack Blazejewski" userId="85245ad4c9276ffd" providerId="LiveId" clId="{DD8C9C83-5B20-41FD-BE75-A00D68454C9E}" dt="2026-03-24T21:27:35.774" v="5940" actId="478"/>
          <ac:picMkLst>
            <pc:docMk/>
            <pc:sldMk cId="2639241263" sldId="266"/>
            <ac:picMk id="8" creationId="{D59E8752-4D81-E3F6-066A-82D139E9F1B1}"/>
          </ac:picMkLst>
        </pc:picChg>
      </pc:sldChg>
      <pc:sldChg chg="del modTransition">
        <pc:chgData name="Zack Blazejewski" userId="85245ad4c9276ffd" providerId="LiveId" clId="{DD8C9C83-5B20-41FD-BE75-A00D68454C9E}" dt="2026-03-24T20:39:02.634" v="3847" actId="47"/>
        <pc:sldMkLst>
          <pc:docMk/>
          <pc:sldMk cId="3619722633" sldId="267"/>
        </pc:sldMkLst>
      </pc:sldChg>
      <pc:sldChg chg="del modTransition">
        <pc:chgData name="Zack Blazejewski" userId="85245ad4c9276ffd" providerId="LiveId" clId="{DD8C9C83-5B20-41FD-BE75-A00D68454C9E}" dt="2026-03-24T20:39:02.634" v="3847" actId="47"/>
        <pc:sldMkLst>
          <pc:docMk/>
          <pc:sldMk cId="451057099" sldId="268"/>
        </pc:sldMkLst>
      </pc:sldChg>
      <pc:sldChg chg="addSp modSp del mod modTransition modNotesTx">
        <pc:chgData name="Zack Blazejewski" userId="85245ad4c9276ffd" providerId="LiveId" clId="{DD8C9C83-5B20-41FD-BE75-A00D68454C9E}" dt="2026-03-24T20:39:02.634" v="3847" actId="47"/>
        <pc:sldMkLst>
          <pc:docMk/>
          <pc:sldMk cId="2343985991" sldId="269"/>
        </pc:sldMkLst>
      </pc:sldChg>
      <pc:sldChg chg="addSp modSp add del mod modTransition modNotesTx">
        <pc:chgData name="Zack Blazejewski" userId="85245ad4c9276ffd" providerId="LiveId" clId="{DD8C9C83-5B20-41FD-BE75-A00D68454C9E}" dt="2026-03-24T20:39:02.634" v="3847" actId="47"/>
        <pc:sldMkLst>
          <pc:docMk/>
          <pc:sldMk cId="1603404790" sldId="271"/>
        </pc:sldMkLst>
      </pc:sldChg>
      <pc:sldChg chg="addSp modSp add del mod modTransition modNotesTx">
        <pc:chgData name="Zack Blazejewski" userId="85245ad4c9276ffd" providerId="LiveId" clId="{DD8C9C83-5B20-41FD-BE75-A00D68454C9E}" dt="2026-03-24T20:39:02.634" v="3847" actId="47"/>
        <pc:sldMkLst>
          <pc:docMk/>
          <pc:sldMk cId="3305733868" sldId="272"/>
        </pc:sldMkLst>
      </pc:sldChg>
      <pc:sldChg chg="addSp modSp add del mod modTransition modNotesTx">
        <pc:chgData name="Zack Blazejewski" userId="85245ad4c9276ffd" providerId="LiveId" clId="{DD8C9C83-5B20-41FD-BE75-A00D68454C9E}" dt="2026-03-24T20:39:02.634" v="3847" actId="47"/>
        <pc:sldMkLst>
          <pc:docMk/>
          <pc:sldMk cId="296746027" sldId="273"/>
        </pc:sldMkLst>
      </pc:sldChg>
      <pc:sldChg chg="addSp delSp modSp add del mod modTransition modNotesTx">
        <pc:chgData name="Zack Blazejewski" userId="85245ad4c9276ffd" providerId="LiveId" clId="{DD8C9C83-5B20-41FD-BE75-A00D68454C9E}" dt="2026-03-24T20:39:02.634" v="3847" actId="47"/>
        <pc:sldMkLst>
          <pc:docMk/>
          <pc:sldMk cId="2830217126" sldId="274"/>
        </pc:sldMkLst>
      </pc:sldChg>
      <pc:sldChg chg="addSp delSp modSp add del mod modTransition modNotesTx">
        <pc:chgData name="Zack Blazejewski" userId="85245ad4c9276ffd" providerId="LiveId" clId="{DD8C9C83-5B20-41FD-BE75-A00D68454C9E}" dt="2026-03-24T20:39:02.634" v="3847" actId="47"/>
        <pc:sldMkLst>
          <pc:docMk/>
          <pc:sldMk cId="3107029840" sldId="275"/>
        </pc:sldMkLst>
      </pc:sldChg>
      <pc:sldChg chg="addSp modSp add del mod modTransition modNotesTx">
        <pc:chgData name="Zack Blazejewski" userId="85245ad4c9276ffd" providerId="LiveId" clId="{DD8C9C83-5B20-41FD-BE75-A00D68454C9E}" dt="2026-03-24T20:39:02.634" v="3847" actId="47"/>
        <pc:sldMkLst>
          <pc:docMk/>
          <pc:sldMk cId="2157862369" sldId="277"/>
        </pc:sldMkLst>
      </pc:sldChg>
      <pc:sldChg chg="modSp del">
        <pc:chgData name="Zack Blazejewski" userId="85245ad4c9276ffd" providerId="LiveId" clId="{DD8C9C83-5B20-41FD-BE75-A00D68454C9E}" dt="2026-03-24T20:38:55.207" v="3839" actId="47"/>
        <pc:sldMkLst>
          <pc:docMk/>
          <pc:sldMk cId="1139911248" sldId="281"/>
        </pc:sldMkLst>
      </pc:sldChg>
      <pc:sldChg chg="modSp del mod">
        <pc:chgData name="Zack Blazejewski" userId="85245ad4c9276ffd" providerId="LiveId" clId="{DD8C9C83-5B20-41FD-BE75-A00D68454C9E}" dt="2026-03-24T20:38:57.045" v="3843" actId="47"/>
        <pc:sldMkLst>
          <pc:docMk/>
          <pc:sldMk cId="3161089001" sldId="282"/>
        </pc:sldMkLst>
      </pc:sldChg>
      <pc:sldChg chg="modSp del">
        <pc:chgData name="Zack Blazejewski" userId="85245ad4c9276ffd" providerId="LiveId" clId="{DD8C9C83-5B20-41FD-BE75-A00D68454C9E}" dt="2026-03-24T20:38:57.499" v="3844" actId="47"/>
        <pc:sldMkLst>
          <pc:docMk/>
          <pc:sldMk cId="2121754631" sldId="283"/>
        </pc:sldMkLst>
      </pc:sldChg>
      <pc:sldChg chg="del">
        <pc:chgData name="Zack Blazejewski" userId="85245ad4c9276ffd" providerId="LiveId" clId="{DD8C9C83-5B20-41FD-BE75-A00D68454C9E}" dt="2026-03-24T20:38:58.420" v="3846" actId="47"/>
        <pc:sldMkLst>
          <pc:docMk/>
          <pc:sldMk cId="2395619143" sldId="284"/>
        </pc:sldMkLst>
      </pc:sldChg>
      <pc:sldChg chg="del">
        <pc:chgData name="Zack Blazejewski" userId="85245ad4c9276ffd" providerId="LiveId" clId="{DD8C9C83-5B20-41FD-BE75-A00D68454C9E}" dt="2026-03-24T20:39:02.634" v="3847" actId="47"/>
        <pc:sldMkLst>
          <pc:docMk/>
          <pc:sldMk cId="618844412" sldId="285"/>
        </pc:sldMkLst>
      </pc:sldChg>
      <pc:sldChg chg="del">
        <pc:chgData name="Zack Blazejewski" userId="85245ad4c9276ffd" providerId="LiveId" clId="{DD8C9C83-5B20-41FD-BE75-A00D68454C9E}" dt="2026-03-24T20:39:02.634" v="3847" actId="47"/>
        <pc:sldMkLst>
          <pc:docMk/>
          <pc:sldMk cId="1584494620" sldId="286"/>
        </pc:sldMkLst>
      </pc:sldChg>
      <pc:sldChg chg="del">
        <pc:chgData name="Zack Blazejewski" userId="85245ad4c9276ffd" providerId="LiveId" clId="{DD8C9C83-5B20-41FD-BE75-A00D68454C9E}" dt="2026-03-24T20:39:02.634" v="3847" actId="47"/>
        <pc:sldMkLst>
          <pc:docMk/>
          <pc:sldMk cId="1581525991" sldId="287"/>
        </pc:sldMkLst>
      </pc:sldChg>
      <pc:sldChg chg="del">
        <pc:chgData name="Zack Blazejewski" userId="85245ad4c9276ffd" providerId="LiveId" clId="{DD8C9C83-5B20-41FD-BE75-A00D68454C9E}" dt="2026-03-24T20:38:53.529" v="3836" actId="47"/>
        <pc:sldMkLst>
          <pc:docMk/>
          <pc:sldMk cId="3518550142" sldId="288"/>
        </pc:sldMkLst>
      </pc:sldChg>
      <pc:sldChg chg="del">
        <pc:chgData name="Zack Blazejewski" userId="85245ad4c9276ffd" providerId="LiveId" clId="{DD8C9C83-5B20-41FD-BE75-A00D68454C9E}" dt="2026-03-24T20:38:54.152" v="3837" actId="47"/>
        <pc:sldMkLst>
          <pc:docMk/>
          <pc:sldMk cId="1143208437" sldId="289"/>
        </pc:sldMkLst>
      </pc:sldChg>
      <pc:sldChg chg="modSp del">
        <pc:chgData name="Zack Blazejewski" userId="85245ad4c9276ffd" providerId="LiveId" clId="{DD8C9C83-5B20-41FD-BE75-A00D68454C9E}" dt="2026-03-24T20:39:02.634" v="3847" actId="47"/>
        <pc:sldMkLst>
          <pc:docMk/>
          <pc:sldMk cId="848531765" sldId="290"/>
        </pc:sldMkLst>
      </pc:sldChg>
      <pc:sldChg chg="modSp del">
        <pc:chgData name="Zack Blazejewski" userId="85245ad4c9276ffd" providerId="LiveId" clId="{DD8C9C83-5B20-41FD-BE75-A00D68454C9E}" dt="2026-03-24T20:39:02.634" v="3847" actId="47"/>
        <pc:sldMkLst>
          <pc:docMk/>
          <pc:sldMk cId="1564481450" sldId="291"/>
        </pc:sldMkLst>
      </pc:sldChg>
      <pc:sldChg chg="addSp modSp del mod modNotesTx">
        <pc:chgData name="Zack Blazejewski" userId="85245ad4c9276ffd" providerId="LiveId" clId="{DD8C9C83-5B20-41FD-BE75-A00D68454C9E}" dt="2026-03-24T20:39:02.634" v="3847" actId="47"/>
        <pc:sldMkLst>
          <pc:docMk/>
          <pc:sldMk cId="853623221" sldId="292"/>
        </pc:sldMkLst>
      </pc:sldChg>
      <pc:sldChg chg="del modNotesTx">
        <pc:chgData name="Zack Blazejewski" userId="85245ad4c9276ffd" providerId="LiveId" clId="{DD8C9C83-5B20-41FD-BE75-A00D68454C9E}" dt="2026-03-24T20:39:02.634" v="3847" actId="47"/>
        <pc:sldMkLst>
          <pc:docMk/>
          <pc:sldMk cId="1141006792" sldId="293"/>
        </pc:sldMkLst>
      </pc:sldChg>
      <pc:sldChg chg="del modNotesTx">
        <pc:chgData name="Zack Blazejewski" userId="85245ad4c9276ffd" providerId="LiveId" clId="{DD8C9C83-5B20-41FD-BE75-A00D68454C9E}" dt="2026-03-24T20:39:02.634" v="3847" actId="47"/>
        <pc:sldMkLst>
          <pc:docMk/>
          <pc:sldMk cId="1494098607" sldId="294"/>
        </pc:sldMkLst>
      </pc:sldChg>
      <pc:sldChg chg="addSp delSp modSp add del mod modNotesTx">
        <pc:chgData name="Zack Blazejewski" userId="85245ad4c9276ffd" providerId="LiveId" clId="{DD8C9C83-5B20-41FD-BE75-A00D68454C9E}" dt="2026-03-24T20:39:02.634" v="3847" actId="47"/>
        <pc:sldMkLst>
          <pc:docMk/>
          <pc:sldMk cId="1835728242" sldId="295"/>
        </pc:sldMkLst>
      </pc:sldChg>
      <pc:sldChg chg="addSp delSp modSp add del mod modNotesTx">
        <pc:chgData name="Zack Blazejewski" userId="85245ad4c9276ffd" providerId="LiveId" clId="{DD8C9C83-5B20-41FD-BE75-A00D68454C9E}" dt="2026-03-24T20:39:02.634" v="3847" actId="47"/>
        <pc:sldMkLst>
          <pc:docMk/>
          <pc:sldMk cId="1970726147" sldId="296"/>
        </pc:sldMkLst>
      </pc:sldChg>
      <pc:sldChg chg="addSp delSp modSp add del mod modNotesTx">
        <pc:chgData name="Zack Blazejewski" userId="85245ad4c9276ffd" providerId="LiveId" clId="{DD8C9C83-5B20-41FD-BE75-A00D68454C9E}" dt="2026-03-24T20:39:02.634" v="3847" actId="47"/>
        <pc:sldMkLst>
          <pc:docMk/>
          <pc:sldMk cId="1032849364" sldId="297"/>
        </pc:sldMkLst>
      </pc:sldChg>
      <pc:sldMasterChg chg="modTransition modSldLayout">
        <pc:chgData name="Zack Blazejewski" userId="85245ad4c9276ffd" providerId="LiveId" clId="{DD8C9C83-5B20-41FD-BE75-A00D68454C9E}" dt="2026-03-13T01:08:09.943" v="648"/>
        <pc:sldMasterMkLst>
          <pc:docMk/>
          <pc:sldMasterMk cId="1646752322" sldId="2147483648"/>
        </pc:sldMasterMkLst>
        <pc:sldLayoutChg chg="modTransition">
          <pc:chgData name="Zack Blazejewski" userId="85245ad4c9276ffd" providerId="LiveId" clId="{DD8C9C83-5B20-41FD-BE75-A00D68454C9E}" dt="2026-03-13T01:08:09.943" v="648"/>
          <pc:sldLayoutMkLst>
            <pc:docMk/>
            <pc:sldMasterMk cId="1646752322" sldId="2147483648"/>
            <pc:sldLayoutMk cId="197033318" sldId="2147483649"/>
          </pc:sldLayoutMkLst>
        </pc:sldLayoutChg>
        <pc:sldLayoutChg chg="modTransition">
          <pc:chgData name="Zack Blazejewski" userId="85245ad4c9276ffd" providerId="LiveId" clId="{DD8C9C83-5B20-41FD-BE75-A00D68454C9E}" dt="2026-03-13T01:08:09.943" v="648"/>
          <pc:sldLayoutMkLst>
            <pc:docMk/>
            <pc:sldMasterMk cId="1646752322" sldId="2147483648"/>
            <pc:sldLayoutMk cId="1369440555" sldId="2147483650"/>
          </pc:sldLayoutMkLst>
        </pc:sldLayoutChg>
        <pc:sldLayoutChg chg="modTransition">
          <pc:chgData name="Zack Blazejewski" userId="85245ad4c9276ffd" providerId="LiveId" clId="{DD8C9C83-5B20-41FD-BE75-A00D68454C9E}" dt="2026-03-13T01:08:09.943" v="648"/>
          <pc:sldLayoutMkLst>
            <pc:docMk/>
            <pc:sldMasterMk cId="1646752322" sldId="2147483648"/>
            <pc:sldLayoutMk cId="3366644670" sldId="2147483651"/>
          </pc:sldLayoutMkLst>
        </pc:sldLayoutChg>
        <pc:sldLayoutChg chg="modTransition">
          <pc:chgData name="Zack Blazejewski" userId="85245ad4c9276ffd" providerId="LiveId" clId="{DD8C9C83-5B20-41FD-BE75-A00D68454C9E}" dt="2026-03-13T01:08:09.943" v="648"/>
          <pc:sldLayoutMkLst>
            <pc:docMk/>
            <pc:sldMasterMk cId="1646752322" sldId="2147483648"/>
            <pc:sldLayoutMk cId="2530550555" sldId="2147483652"/>
          </pc:sldLayoutMkLst>
        </pc:sldLayoutChg>
        <pc:sldLayoutChg chg="modTransition">
          <pc:chgData name="Zack Blazejewski" userId="85245ad4c9276ffd" providerId="LiveId" clId="{DD8C9C83-5B20-41FD-BE75-A00D68454C9E}" dt="2026-03-13T01:08:09.943" v="648"/>
          <pc:sldLayoutMkLst>
            <pc:docMk/>
            <pc:sldMasterMk cId="1646752322" sldId="2147483648"/>
            <pc:sldLayoutMk cId="873096310" sldId="214748365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651D8-D74F-B94E-B71A-AB640CFBB9F1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0E15D-BE88-7249-A336-51C1EE741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51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7CF8A-A424-CB4C-97F1-9CB48459530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F9E6E-3B47-7443-A4C0-59370A138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7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F9E6E-3B47-7443-A4C0-59370A1383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02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F9E6E-3B47-7443-A4C0-59370A1383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08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29234" y="624437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35E80B83-359C-48B1-8ADC-D802EEB5BCFA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3391382" y="-13426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28" y="6346057"/>
            <a:ext cx="2833490" cy="161765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>
                <a:latin typeface="Myriad Pro"/>
                <a:cs typeface="Myriad Pro"/>
              </a:rPr>
              <a:t>Headlines here in upper and lower case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 dirty="0">
                <a:latin typeface="Myriad Pro"/>
                <a:cs typeface="Myriad Pro"/>
              </a:rPr>
              <a:t>Subheads here in upper and lower case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AEEC82A-CAE3-7879-6BA2-E9F9FB5C9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1136" y="6253141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3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75816" y="613077"/>
            <a:ext cx="10224305" cy="729586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Myriad Pro"/>
                <a:cs typeface="Myriad Pro"/>
              </a:rPr>
              <a:t>Headlines case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875816" y="1750088"/>
            <a:ext cx="10224305" cy="4089995"/>
          </a:xfrm>
        </p:spPr>
        <p:txBody>
          <a:bodyPr>
            <a:normAutofit/>
          </a:bodyPr>
          <a:lstStyle/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Bullets in upper and lower case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No more than 5 bullets on a page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Bullets in upper and lower in case 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No more than 5 bullets on a page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Bullets in upper and lower case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47F84F1-E2E0-4B09-AF8F-D44588A3477F}" type="datetime1">
              <a:rPr lang="en-US" smtClean="0"/>
              <a:t>3/24/2026</a:t>
            </a:fld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D9A8A64-7FD8-28A1-9DF9-E0B73D60D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1136" y="6253141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44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59648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885769" y="251422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yriad Pro"/>
                <a:cs typeface="Myriad Pro"/>
              </a:rPr>
              <a:t>IMAGE SIZE EXAMPLE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7D0ED28-DC59-4843-A592-22363365B52B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DC8A3BE-2C02-06DB-29E3-1A68970CE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1136" y="6253141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64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093595" cy="59648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1460529" y="2514226"/>
            <a:ext cx="339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yriad Pro"/>
                <a:cs typeface="Myriad Pro"/>
              </a:rPr>
              <a:t>HALF PAGE IMAGE SIZE EXAMPLE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89366" y="410888"/>
            <a:ext cx="5675472" cy="729586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Myriad Pro"/>
                <a:cs typeface="Myriad Pro"/>
              </a:rPr>
              <a:t>Headlines in lower case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289366" y="1360857"/>
            <a:ext cx="5675472" cy="4496479"/>
          </a:xfrm>
        </p:spPr>
        <p:txBody>
          <a:bodyPr>
            <a:normAutofit/>
          </a:bodyPr>
          <a:lstStyle/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Bullets in upper and lower case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No more than 5 bullets on a page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Bullets in upper and lower in case 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No more than 5 bullets on a page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Bullets in upper and lower case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50DC095-8491-4182-AB63-0E1CAE2D8A92}" type="datetime1">
              <a:rPr lang="en-US" smtClean="0"/>
              <a:t>3/24/2026</a:t>
            </a:fld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95ACD78-C46A-2C08-54DD-A65957978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1136" y="6253141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55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98405" y="0"/>
            <a:ext cx="6093595" cy="59648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7558934" y="2514226"/>
            <a:ext cx="339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yriad Pro"/>
                <a:cs typeface="Myriad Pro"/>
              </a:rPr>
              <a:t>HALF PAGE IMAGE SIZE EXAMPLE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45766" y="416669"/>
            <a:ext cx="5468438" cy="808282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Myriad Pro"/>
                <a:cs typeface="Myriad Pro"/>
              </a:rPr>
              <a:t>Headlines in lower case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37339" y="1528355"/>
            <a:ext cx="5476866" cy="4294475"/>
          </a:xfrm>
        </p:spPr>
        <p:txBody>
          <a:bodyPr>
            <a:normAutofit/>
          </a:bodyPr>
          <a:lstStyle/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Bullets in upper and lower case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No more than 5 bullets on a page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Bullets in upper and lower in case 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No more than 5 bullets on a page</a:t>
            </a:r>
          </a:p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Bullets in upper and lower case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96953CB-2CB8-4CDE-8986-36448412E97A}" type="datetime1">
              <a:rPr lang="en-US" smtClean="0"/>
              <a:t>3/24/2026</a:t>
            </a:fld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8BCCD7E-2554-74DA-F909-61E951135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1136" y="6253141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09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latin typeface="Myriad Pro"/>
                <a:cs typeface="Myriad Pro"/>
              </a:rPr>
              <a:t>Headlines case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l">
              <a:buClr>
                <a:srgbClr val="FFC000"/>
              </a:buClr>
              <a:buFont typeface="Arial" charset="0"/>
              <a:buChar char="•"/>
            </a:pPr>
            <a:r>
              <a:rPr lang="en-US" sz="2800" dirty="0">
                <a:latin typeface="Myriad Pro"/>
                <a:cs typeface="Myriad Pro"/>
              </a:rPr>
              <a:t>Bullets in upper and lower case</a:t>
            </a:r>
          </a:p>
          <a:p>
            <a:pPr lvl="1"/>
            <a:r>
              <a:rPr lang="en-US" dirty="0"/>
              <a:t>No more then 5 bullets on a page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64028" y="6346057"/>
            <a:ext cx="2833490" cy="161765"/>
          </a:xfrm>
          <a:prstGeom prst="rect">
            <a:avLst/>
          </a:prstGeom>
        </p:spPr>
      </p:pic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667577" y="625314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Avenir Next Regular"/>
                <a:cs typeface="Avenir Next Regular"/>
              </a:defRPr>
            </a:lvl1pPr>
          </a:lstStyle>
          <a:p>
            <a:fld id="{6FBD0890-C98E-44C1-8463-B40B5CBDE850}" type="datetime1">
              <a:rPr lang="en-US" smtClean="0"/>
              <a:t>3/24/2026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31136" y="6253141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‹#›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pic>
        <p:nvPicPr>
          <p:cNvPr id="4" name="Picture 3" descr="HuskyIcon_TwoColor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4322" y="6238832"/>
            <a:ext cx="337770" cy="41794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4890B10-C437-20D3-72E6-7A0DE4BC877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64080" y="196031"/>
            <a:ext cx="1357485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5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Myriad Pro"/>
          <a:ea typeface="+mj-ea"/>
          <a:cs typeface="Myriad Pro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FFC000"/>
        </a:buClr>
        <a:buFont typeface="Arial" charset="0"/>
        <a:buChar char="•"/>
        <a:defRPr sz="2800" kern="1200">
          <a:solidFill>
            <a:schemeClr val="tx1"/>
          </a:solidFill>
          <a:latin typeface="Myriad Pro"/>
          <a:ea typeface="+mn-ea"/>
          <a:cs typeface="Myriad Pro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C000"/>
        </a:buClr>
        <a:buFont typeface="Arial"/>
        <a:buChar char="•"/>
        <a:defRPr sz="2400" kern="1200">
          <a:solidFill>
            <a:schemeClr val="tx1"/>
          </a:solidFill>
          <a:latin typeface="Myriad Pro"/>
          <a:ea typeface="+mn-ea"/>
          <a:cs typeface="Myriad Pro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C000"/>
        </a:buClr>
        <a:buFont typeface="Arial"/>
        <a:buChar char="•"/>
        <a:defRPr sz="2000" kern="1200">
          <a:solidFill>
            <a:schemeClr val="tx1"/>
          </a:solidFill>
          <a:latin typeface="Myriad Pro"/>
          <a:ea typeface="+mn-ea"/>
          <a:cs typeface="Myriad Pro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C000"/>
        </a:buClr>
        <a:buFont typeface="Arial"/>
        <a:buChar char="•"/>
        <a:defRPr sz="1800" kern="1200">
          <a:solidFill>
            <a:schemeClr val="tx1"/>
          </a:solidFill>
          <a:latin typeface="Myriad Pro"/>
          <a:ea typeface="+mn-ea"/>
          <a:cs typeface="Myriad Pro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C000"/>
        </a:buClr>
        <a:buFont typeface="Arial"/>
        <a:buChar char="•"/>
        <a:defRPr sz="1800" kern="1200">
          <a:solidFill>
            <a:schemeClr val="tx1"/>
          </a:solidFill>
          <a:latin typeface="Myriad Pro"/>
          <a:ea typeface="+mn-ea"/>
          <a:cs typeface="Myriad Pro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12F-sr8z_ELR9Bnltr4g9MHVci3ZakqCK2QatgF3elPU/cop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docs.google.com/forms/d/1g8YOdl-VipPWdG_wlhJtn_TcVO_2YgEighP2WUMV2bw/copy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blazito14/VISI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8C55-B579-6EED-F63F-6A60D1DA0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96243"/>
            <a:ext cx="9144000" cy="903266"/>
          </a:xfrm>
        </p:spPr>
        <p:txBody>
          <a:bodyPr>
            <a:normAutofit fontScale="90000"/>
          </a:bodyPr>
          <a:lstStyle/>
          <a:p>
            <a:r>
              <a:rPr lang="en-US" dirty="0"/>
              <a:t>VISIT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92D3D-07DA-1C12-7E7F-7A3834C56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1757"/>
            <a:ext cx="9144000" cy="471053"/>
          </a:xfrm>
        </p:spPr>
        <p:txBody>
          <a:bodyPr/>
          <a:lstStyle/>
          <a:p>
            <a:r>
              <a:rPr lang="en-US" dirty="0"/>
              <a:t>Created by Zack Blazejewski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B9EE8-3462-9648-02EC-F9E7797F8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1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58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5FC06-1DB1-012D-578F-7450EE18F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 Make copies of the google forms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BA732-6750-DD56-0DD7-14671075B6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 the links here to make personal copies of the </a:t>
            </a:r>
            <a:r>
              <a:rPr lang="en-US" dirty="0">
                <a:hlinkClick r:id="rId3"/>
              </a:rPr>
              <a:t>Student</a:t>
            </a:r>
            <a:r>
              <a:rPr lang="en-US" dirty="0"/>
              <a:t> and </a:t>
            </a:r>
            <a:r>
              <a:rPr lang="en-US" dirty="0">
                <a:hlinkClick r:id="rId4"/>
              </a:rPr>
              <a:t>Teacher</a:t>
            </a:r>
            <a:r>
              <a:rPr lang="en-US" dirty="0"/>
              <a:t> google 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EE5AA-7018-B0BD-07E4-63D8631C0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2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FBDEB-2BF6-1AC1-0D24-ACB67353A6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0569" y="2977662"/>
            <a:ext cx="5932120" cy="2862421"/>
          </a:xfrm>
          <a:prstGeom prst="rect">
            <a:avLst/>
          </a:prstGeom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8890F0E5-38EF-2537-45C7-318926C5AC13}"/>
              </a:ext>
            </a:extLst>
          </p:cNvPr>
          <p:cNvSpPr/>
          <p:nvPr/>
        </p:nvSpPr>
        <p:spPr>
          <a:xfrm>
            <a:off x="4471516" y="5104563"/>
            <a:ext cx="944546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2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37CE-08B6-380E-7112-F50BA3D3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2935-ADE6-6BBE-5638-47DEB9258A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2. Send Google Forms 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FEB01-22FD-C6A2-DC25-A464DD145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816" y="1750088"/>
            <a:ext cx="10224305" cy="925537"/>
          </a:xfrm>
        </p:spPr>
        <p:txBody>
          <a:bodyPr/>
          <a:lstStyle/>
          <a:p>
            <a:r>
              <a:rPr lang="en-US" dirty="0"/>
              <a:t>Publish each google form and send it out to students and teachers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BE11E-5DB5-1A6B-17D8-3F5E5F03A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3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F763A5-1481-8A80-7C6B-B265E6024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53" y="2645729"/>
            <a:ext cx="4829849" cy="51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6893AA-0B7C-BC12-AA44-27CEDA2D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52" y="3687139"/>
            <a:ext cx="3197643" cy="2207223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613FAAD5-FD48-FBC4-FA09-61DA02157488}"/>
              </a:ext>
            </a:extLst>
          </p:cNvPr>
          <p:cNvSpPr/>
          <p:nvPr/>
        </p:nvSpPr>
        <p:spPr>
          <a:xfrm rot="5400000">
            <a:off x="3372490" y="3032702"/>
            <a:ext cx="373745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5D08EBBE-E1DD-2DF8-8818-DCC61CEC08C5}"/>
              </a:ext>
            </a:extLst>
          </p:cNvPr>
          <p:cNvSpPr/>
          <p:nvPr/>
        </p:nvSpPr>
        <p:spPr>
          <a:xfrm rot="16200000">
            <a:off x="3750100" y="5098606"/>
            <a:ext cx="369332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7C8F4-EB51-A84C-5918-82A5DF9BEEE4}"/>
              </a:ext>
            </a:extLst>
          </p:cNvPr>
          <p:cNvSpPr txBox="1"/>
          <p:nvPr/>
        </p:nvSpPr>
        <p:spPr>
          <a:xfrm>
            <a:off x="9594436" y="5455764"/>
            <a:ext cx="149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Share this link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76588A5D-6884-F905-CE8C-2B64F6820DD9}"/>
              </a:ext>
            </a:extLst>
          </p:cNvPr>
          <p:cNvSpPr/>
          <p:nvPr/>
        </p:nvSpPr>
        <p:spPr>
          <a:xfrm rot="20375064">
            <a:off x="2761033" y="4127711"/>
            <a:ext cx="460036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E5EFD6-C07F-ACF6-23E0-E2BAF1A70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216" y="2897737"/>
            <a:ext cx="4181539" cy="2325982"/>
          </a:xfrm>
          <a:prstGeom prst="rect">
            <a:avLst/>
          </a:prstGeom>
        </p:spPr>
      </p:pic>
      <p:sp>
        <p:nvSpPr>
          <p:cNvPr id="15" name="Arrow: Left 14">
            <a:extLst>
              <a:ext uri="{FF2B5EF4-FFF2-40B4-BE49-F238E27FC236}">
                <a16:creationId xmlns:a16="http://schemas.microsoft.com/office/drawing/2014/main" id="{19226D1F-AC5B-0B7D-0180-8A26EFA64993}"/>
              </a:ext>
            </a:extLst>
          </p:cNvPr>
          <p:cNvSpPr/>
          <p:nvPr/>
        </p:nvSpPr>
        <p:spPr>
          <a:xfrm rot="5400000">
            <a:off x="10103519" y="4873747"/>
            <a:ext cx="588024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6D6D81-8744-53AB-8D49-1321586F927F}"/>
              </a:ext>
            </a:extLst>
          </p:cNvPr>
          <p:cNvSpPr txBox="1"/>
          <p:nvPr/>
        </p:nvSpPr>
        <p:spPr>
          <a:xfrm>
            <a:off x="2202547" y="3895391"/>
            <a:ext cx="381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Ensure this says “Anyone with the link”</a:t>
            </a:r>
          </a:p>
        </p:txBody>
      </p:sp>
    </p:spTree>
    <p:extLst>
      <p:ext uri="{BB962C8B-B14F-4D97-AF65-F5344CB8AC3E}">
        <p14:creationId xmlns:p14="http://schemas.microsoft.com/office/powerpoint/2010/main" val="313669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B38A8-ABED-8816-0DDC-E86FCCE3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EA00-9DC6-7681-CFDE-D51CE91631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3. Download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34E9E-6E57-B027-6770-14AF49E9A7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Once the forms have been filled out, download the responses as .csv’s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7E561-119E-D479-3DBF-5A233B929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4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AB43C8-22BA-F115-7A48-443D29B90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404" y="2383242"/>
            <a:ext cx="4837633" cy="3663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980598-F4E1-2D82-E473-688BEA636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87" y="4202510"/>
            <a:ext cx="6782747" cy="1619476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38D25743-D2CE-C5D5-542C-A37685CA255F}"/>
              </a:ext>
            </a:extLst>
          </p:cNvPr>
          <p:cNvSpPr/>
          <p:nvPr/>
        </p:nvSpPr>
        <p:spPr>
          <a:xfrm rot="16200000">
            <a:off x="3394492" y="3787782"/>
            <a:ext cx="555337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B48CBF-B352-D5A3-71DD-DF312B282042}"/>
              </a:ext>
            </a:extLst>
          </p:cNvPr>
          <p:cNvSpPr txBox="1"/>
          <p:nvPr/>
        </p:nvSpPr>
        <p:spPr>
          <a:xfrm>
            <a:off x="3194605" y="3282334"/>
            <a:ext cx="95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tab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E4B1934A-6CE0-D384-89B7-06961718C2F6}"/>
              </a:ext>
            </a:extLst>
          </p:cNvPr>
          <p:cNvSpPr/>
          <p:nvPr/>
        </p:nvSpPr>
        <p:spPr>
          <a:xfrm rot="16200000">
            <a:off x="5214036" y="4062303"/>
            <a:ext cx="1059587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0F807C-C698-6449-698A-8C6EC3DDCDB4}"/>
              </a:ext>
            </a:extLst>
          </p:cNvPr>
          <p:cNvSpPr txBox="1"/>
          <p:nvPr/>
        </p:nvSpPr>
        <p:spPr>
          <a:xfrm>
            <a:off x="4593045" y="3318167"/>
            <a:ext cx="239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Click “Link to Sheets”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02207F51-A205-F851-A7A8-41292836B559}"/>
              </a:ext>
            </a:extLst>
          </p:cNvPr>
          <p:cNvSpPr/>
          <p:nvPr/>
        </p:nvSpPr>
        <p:spPr>
          <a:xfrm rot="5400000">
            <a:off x="10426617" y="5732333"/>
            <a:ext cx="666030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0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0CDD3-D7DB-713D-4A3E-7976FFDC7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0CA7-A84F-EFC9-696D-0AE1A6959F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4. Install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885B1-15C0-E3B9-5E44-734A7973FB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Follow the link and steps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 to install python on your machine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969D3-1B7A-9CB2-85ED-B7658EDC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5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4F869E-BAE9-5E5D-2F5E-75C3C776E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611" y="2942118"/>
            <a:ext cx="7598778" cy="1711569"/>
          </a:xfrm>
          <a:prstGeom prst="rect">
            <a:avLst/>
          </a:prstGeom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38637016-4D91-BBF7-B832-FBF526403A85}"/>
              </a:ext>
            </a:extLst>
          </p:cNvPr>
          <p:cNvSpPr/>
          <p:nvPr/>
        </p:nvSpPr>
        <p:spPr>
          <a:xfrm>
            <a:off x="3793958" y="4459705"/>
            <a:ext cx="561474" cy="1058779"/>
          </a:xfrm>
          <a:prstGeom prst="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62E96A-67D6-9E9D-D35E-B30506610024}"/>
              </a:ext>
            </a:extLst>
          </p:cNvPr>
          <p:cNvSpPr txBox="1"/>
          <p:nvPr/>
        </p:nvSpPr>
        <p:spPr>
          <a:xfrm>
            <a:off x="4491789" y="4989094"/>
            <a:ext cx="51013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Click this and then follow the rest of the prompts</a:t>
            </a:r>
          </a:p>
        </p:txBody>
      </p:sp>
    </p:spTree>
    <p:extLst>
      <p:ext uri="{BB962C8B-B14F-4D97-AF65-F5344CB8AC3E}">
        <p14:creationId xmlns:p14="http://schemas.microsoft.com/office/powerpoint/2010/main" val="270107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DB20-C89B-290B-3FDC-5A1E09139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3CDDF-3272-EDBD-5C9A-7C71F6A6DB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 Download the VISIT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350563-DBA7-AEEF-6EE5-645C22CBD1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Visit the link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 to download the VISIT tool from my GitHub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B206C-A0B8-FB9E-AF2E-61F541EEA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6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DCC6DB-FC35-4430-E80B-6C28CDDE5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154" y="2385295"/>
            <a:ext cx="6088426" cy="3859627"/>
          </a:xfrm>
          <a:prstGeom prst="rect">
            <a:avLst/>
          </a:prstGeom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05D77BA2-D066-9272-A6FC-96DE98DC44F4}"/>
              </a:ext>
            </a:extLst>
          </p:cNvPr>
          <p:cNvSpPr/>
          <p:nvPr/>
        </p:nvSpPr>
        <p:spPr>
          <a:xfrm>
            <a:off x="8963831" y="3042857"/>
            <a:ext cx="666030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0476EB32-149A-8DC3-3734-8BEC64D4BC00}"/>
              </a:ext>
            </a:extLst>
          </p:cNvPr>
          <p:cNvSpPr/>
          <p:nvPr/>
        </p:nvSpPr>
        <p:spPr>
          <a:xfrm rot="5400000">
            <a:off x="5551970" y="6224688"/>
            <a:ext cx="666030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3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246-77E6-6743-143A-65F428218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A00FB-8253-1950-EC58-4FA5F0C6A6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6. Run the VISIT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DCC98-1BA3-710C-BA3C-002FA65BF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9" y="1694911"/>
            <a:ext cx="3808479" cy="40899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Unzip the File</a:t>
            </a:r>
          </a:p>
          <a:p>
            <a:r>
              <a:rPr lang="en-US" dirty="0"/>
              <a:t>Double click the setup.bat script</a:t>
            </a:r>
          </a:p>
          <a:p>
            <a:pPr lvl="1"/>
            <a:r>
              <a:rPr lang="en-US" dirty="0"/>
              <a:t>This installs all of the dependencies</a:t>
            </a:r>
          </a:p>
          <a:p>
            <a:pPr lvl="1"/>
            <a:r>
              <a:rPr lang="en-US" dirty="0"/>
              <a:t>Run it if questioned</a:t>
            </a:r>
          </a:p>
          <a:p>
            <a:r>
              <a:rPr lang="en-US" dirty="0"/>
              <a:t>Double click the run_scheduler.bat</a:t>
            </a:r>
          </a:p>
          <a:p>
            <a:pPr lvl="1"/>
            <a:r>
              <a:rPr lang="en-US" dirty="0"/>
              <a:t>This opens a GUI</a:t>
            </a:r>
          </a:p>
          <a:p>
            <a:pPr lvl="1"/>
            <a:r>
              <a:rPr lang="en-US" dirty="0"/>
              <a:t>Run it if questioned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B8A07-F33D-C61D-B3EC-A00C0FCBC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7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F3213-0572-5A64-5B62-B01351105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89" y="2133263"/>
            <a:ext cx="4927043" cy="32132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1E0C4A-02D6-28AA-051C-39A89E76C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1473" y="2133265"/>
            <a:ext cx="2611787" cy="3213290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9A75F329-86A3-EB44-79F5-2C1F553A7571}"/>
              </a:ext>
            </a:extLst>
          </p:cNvPr>
          <p:cNvSpPr/>
          <p:nvPr/>
        </p:nvSpPr>
        <p:spPr>
          <a:xfrm rot="5400000">
            <a:off x="5974000" y="5468555"/>
            <a:ext cx="666030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4CD5677D-5DB7-F353-3C40-4E233A7D2089}"/>
              </a:ext>
            </a:extLst>
          </p:cNvPr>
          <p:cNvSpPr/>
          <p:nvPr/>
        </p:nvSpPr>
        <p:spPr>
          <a:xfrm rot="5400000">
            <a:off x="9680736" y="4922802"/>
            <a:ext cx="666030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72D5AC4D-9B92-26EA-6038-28F875699650}"/>
              </a:ext>
            </a:extLst>
          </p:cNvPr>
          <p:cNvSpPr/>
          <p:nvPr/>
        </p:nvSpPr>
        <p:spPr>
          <a:xfrm rot="5400000">
            <a:off x="11285501" y="4042962"/>
            <a:ext cx="666030" cy="422030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4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929D-9AF7-8C46-B1BC-04AAD600A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942B-3EA0-C324-F70C-AEB5F8596F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7. Operate the VISIT GUI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66957-93A9-98F7-3843-F1BAD075D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9" y="1694911"/>
            <a:ext cx="3808479" cy="4089995"/>
          </a:xfrm>
        </p:spPr>
        <p:txBody>
          <a:bodyPr>
            <a:normAutofit/>
          </a:bodyPr>
          <a:lstStyle/>
          <a:p>
            <a:r>
              <a:rPr lang="en-US" dirty="0"/>
              <a:t>Select each csv</a:t>
            </a:r>
          </a:p>
          <a:p>
            <a:r>
              <a:rPr lang="en-US" dirty="0"/>
              <a:t>Select an output folder</a:t>
            </a:r>
          </a:p>
          <a:p>
            <a:r>
              <a:rPr lang="en-US" dirty="0"/>
              <a:t>Run!</a:t>
            </a:r>
          </a:p>
          <a:p>
            <a:r>
              <a:rPr lang="en-US" dirty="0"/>
              <a:t>(You can optionally set a desired group size and visits per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CB636-2522-FC27-E380-4AB1313CA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8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16DF2F-CFDA-F1F3-C5DC-9EAC7D2B0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75" y="1907690"/>
            <a:ext cx="7401958" cy="3877216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56B1AB9F-D08C-C163-8AB0-CD48C41BFB06}"/>
              </a:ext>
            </a:extLst>
          </p:cNvPr>
          <p:cNvSpPr/>
          <p:nvPr/>
        </p:nvSpPr>
        <p:spPr>
          <a:xfrm>
            <a:off x="9707739" y="2951747"/>
            <a:ext cx="1138990" cy="4772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8E8FFA7-8EC7-BA5C-E7A7-94FB15694CF7}"/>
              </a:ext>
            </a:extLst>
          </p:cNvPr>
          <p:cNvSpPr/>
          <p:nvPr/>
        </p:nvSpPr>
        <p:spPr>
          <a:xfrm>
            <a:off x="9707739" y="3369045"/>
            <a:ext cx="1138990" cy="4772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04BBEA9-0AA8-948C-DA13-1BB928BE0D85}"/>
              </a:ext>
            </a:extLst>
          </p:cNvPr>
          <p:cNvSpPr/>
          <p:nvPr/>
        </p:nvSpPr>
        <p:spPr>
          <a:xfrm>
            <a:off x="9707739" y="3786343"/>
            <a:ext cx="1138990" cy="4772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1D6519E-AE9E-1BEF-F9A1-234C27FEA88C}"/>
              </a:ext>
            </a:extLst>
          </p:cNvPr>
          <p:cNvSpPr/>
          <p:nvPr/>
        </p:nvSpPr>
        <p:spPr>
          <a:xfrm rot="10800000">
            <a:off x="5801486" y="5029606"/>
            <a:ext cx="1138990" cy="4772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4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81F1B-15F4-0CCD-02DB-B3F05C3A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7EA2471-29DD-0FED-0FDC-B5FFA04F6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87" y="3001798"/>
            <a:ext cx="4753071" cy="25808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5F9F0D-D0EE-327D-DB0D-9CAD2E532D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8. Schedule VISITS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34558-1CDA-6109-B043-0913D708A3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automatically scheduled visits sheet should give you all of the automatically scheduled visits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9DA5A-67F5-A6D3-FAE0-E82190275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9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0B3063E0-1FC5-2344-8DF7-28F227CCD531}"/>
              </a:ext>
            </a:extLst>
          </p:cNvPr>
          <p:cNvSpPr/>
          <p:nvPr/>
        </p:nvSpPr>
        <p:spPr>
          <a:xfrm>
            <a:off x="3481137" y="3700830"/>
            <a:ext cx="2614863" cy="529389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84E0D-D373-1513-B247-E636483AF821}"/>
              </a:ext>
            </a:extLst>
          </p:cNvPr>
          <p:cNvSpPr txBox="1"/>
          <p:nvPr/>
        </p:nvSpPr>
        <p:spPr>
          <a:xfrm>
            <a:off x="5165558" y="4085840"/>
            <a:ext cx="73633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Use the scheduled_visits.csv to see all of the automatically scheduled visits</a:t>
            </a:r>
          </a:p>
        </p:txBody>
      </p:sp>
    </p:spTree>
    <p:extLst>
      <p:ext uri="{BB962C8B-B14F-4D97-AF65-F5344CB8AC3E}">
        <p14:creationId xmlns:p14="http://schemas.microsoft.com/office/powerpoint/2010/main" val="77426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60DB3-FB55-7686-3F60-17AFB7FC3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C130-7270-27D9-D6B4-CAEE6912B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9. Use the manual tools if necessary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CC91E1-E4B1-08FB-EE61-A8BAB34C35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Explore and use the </a:t>
            </a:r>
            <a:r>
              <a:rPr lang="en-US" dirty="0" err="1"/>
              <a:t>student_group</a:t>
            </a:r>
            <a:r>
              <a:rPr lang="en-US" dirty="0"/>
              <a:t> availability, remaining visit opportunities, and group workbooks to manually schedule any other groups.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01CA3-5488-FDB0-8BEC-CBF42A2D0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47F255-5ACC-46C9-AAFF-584AC6C24E2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pPr/>
              <a:t>10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150ECB-FECD-63D1-83DB-205A6ECD0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56" y="3223504"/>
            <a:ext cx="4838597" cy="2627293"/>
          </a:xfrm>
          <a:prstGeom prst="rect">
            <a:avLst/>
          </a:prstGeom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E6CBB05D-38DB-B803-CC79-FF7C48BB6228}"/>
              </a:ext>
            </a:extLst>
          </p:cNvPr>
          <p:cNvSpPr/>
          <p:nvPr/>
        </p:nvSpPr>
        <p:spPr>
          <a:xfrm>
            <a:off x="3481137" y="3223504"/>
            <a:ext cx="1652337" cy="529389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EB7BDD-D522-4451-095F-EC00A1E97AD3}"/>
              </a:ext>
            </a:extLst>
          </p:cNvPr>
          <p:cNvSpPr txBox="1"/>
          <p:nvPr/>
        </p:nvSpPr>
        <p:spPr>
          <a:xfrm>
            <a:off x="5386055" y="2970914"/>
            <a:ext cx="61506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Workbooks with each group’s overlap with each visit opportunity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722EDE4F-89C9-BB88-B00A-B23615F2AF5A}"/>
              </a:ext>
            </a:extLst>
          </p:cNvPr>
          <p:cNvSpPr/>
          <p:nvPr/>
        </p:nvSpPr>
        <p:spPr>
          <a:xfrm>
            <a:off x="4891131" y="4608603"/>
            <a:ext cx="643396" cy="529389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DDD712-6122-391F-833F-1F7AD8A8B7B6}"/>
              </a:ext>
            </a:extLst>
          </p:cNvPr>
          <p:cNvSpPr txBox="1"/>
          <p:nvPr/>
        </p:nvSpPr>
        <p:spPr>
          <a:xfrm>
            <a:off x="5534527" y="4565861"/>
            <a:ext cx="687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The overall availability of each student group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1855ED1A-115A-D056-22B6-7A4A59EBC80C}"/>
              </a:ext>
            </a:extLst>
          </p:cNvPr>
          <p:cNvSpPr/>
          <p:nvPr/>
        </p:nvSpPr>
        <p:spPr>
          <a:xfrm>
            <a:off x="5212829" y="5324492"/>
            <a:ext cx="643396" cy="529389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D761F-7705-FDFF-E4F4-4984BFD372D9}"/>
              </a:ext>
            </a:extLst>
          </p:cNvPr>
          <p:cNvSpPr txBox="1"/>
          <p:nvPr/>
        </p:nvSpPr>
        <p:spPr>
          <a:xfrm>
            <a:off x="5856225" y="5281750"/>
            <a:ext cx="6878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The overall availability of each visit opportunity</a:t>
            </a:r>
          </a:p>
        </p:txBody>
      </p:sp>
    </p:spTree>
    <p:extLst>
      <p:ext uri="{BB962C8B-B14F-4D97-AF65-F5344CB8AC3E}">
        <p14:creationId xmlns:p14="http://schemas.microsoft.com/office/powerpoint/2010/main" val="275570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5454</TotalTime>
  <Words>298</Words>
  <Application>Microsoft Office PowerPoint</Application>
  <PresentationFormat>Widescreen</PresentationFormat>
  <Paragraphs>50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 Next</vt:lpstr>
      <vt:lpstr>Avenir Next Regular</vt:lpstr>
      <vt:lpstr>Calibri</vt:lpstr>
      <vt:lpstr>Myriad Pro</vt:lpstr>
      <vt:lpstr>Office Theme</vt:lpstr>
      <vt:lpstr>VISIT Tutorial</vt:lpstr>
      <vt:lpstr>1. Make copies of the google forms</vt:lpstr>
      <vt:lpstr>2. Send Google Forms Out</vt:lpstr>
      <vt:lpstr>3. Download Data</vt:lpstr>
      <vt:lpstr>4. Install Python</vt:lpstr>
      <vt:lpstr>5. Download the VISIT Tool</vt:lpstr>
      <vt:lpstr>6. Run the VISIT Tool</vt:lpstr>
      <vt:lpstr>7. Operate the VISIT GUI</vt:lpstr>
      <vt:lpstr>8. Schedule VISITS</vt:lpstr>
      <vt:lpstr>9. Use the manual tools if necessary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Zack Blazejewski</cp:lastModifiedBy>
  <cp:revision>32</cp:revision>
  <cp:lastPrinted>2016-04-14T19:29:19Z</cp:lastPrinted>
  <dcterms:created xsi:type="dcterms:W3CDTF">2016-04-13T13:43:46Z</dcterms:created>
  <dcterms:modified xsi:type="dcterms:W3CDTF">2026-03-24T21:30:20Z</dcterms:modified>
</cp:coreProperties>
</file>